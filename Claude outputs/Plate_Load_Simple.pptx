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Highest safe peak voltage    (C = 1200 pF, 20 mA trip)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Sine</c:v>
                </c:pt>
              </c:strCache>
            </c:strRef>
          </c:tx>
          <c:spPr>
            <a:solidFill>
              <a:srgbClr val="000000"/>
            </a:solidFill>
            <a:ln w="317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200</c:v>
                  </c:pt>
                  <c:pt idx="1">
                    <c:v>400</c:v>
                  </c:pt>
                  <c:pt idx="2">
                    <c:v>600</c:v>
                  </c:pt>
                  <c:pt idx="3">
                    <c:v>800</c:v>
                  </c:pt>
                  <c:pt idx="4">
                    <c:v>1000</c:v>
                  </c:pt>
                  <c:pt idx="5">
                    <c:v>1200</c:v>
                  </c:pt>
                  <c:pt idx="6">
                    <c:v>1400</c:v>
                  </c:pt>
                  <c:pt idx="7">
                    <c:v>1600</c:v>
                  </c:pt>
                  <c:pt idx="8">
                    <c:v>1800</c:v>
                  </c:pt>
                  <c:pt idx="9">
                    <c:v>2000</c:v>
                  </c:pt>
                  <c:pt idx="10">
                    <c:v>2200</c:v>
                  </c:pt>
                  <c:pt idx="11">
                    <c:v>2400</c:v>
                  </c:pt>
                  <c:pt idx="12">
                    <c:v>2600</c:v>
                  </c:pt>
                  <c:pt idx="13">
                    <c:v>2800</c:v>
                  </c:pt>
                  <c:pt idx="14">
                    <c:v>3000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</c:v>
                </c:pt>
                <c:pt idx="1">
                  <c:v>5</c:v>
                </c:pt>
                <c:pt idx="2">
                  <c:v>4.421</c:v>
                </c:pt>
                <c:pt idx="3">
                  <c:v>3.316</c:v>
                </c:pt>
                <c:pt idx="4">
                  <c:v>2.653</c:v>
                </c:pt>
                <c:pt idx="5">
                  <c:v>2.21</c:v>
                </c:pt>
                <c:pt idx="6">
                  <c:v>1.895</c:v>
                </c:pt>
                <c:pt idx="7">
                  <c:v>1.658</c:v>
                </c:pt>
                <c:pt idx="8">
                  <c:v>1.474</c:v>
                </c:pt>
                <c:pt idx="9">
                  <c:v>1.326</c:v>
                </c:pt>
                <c:pt idx="10">
                  <c:v>1.206</c:v>
                </c:pt>
                <c:pt idx="11">
                  <c:v>1.105</c:v>
                </c:pt>
                <c:pt idx="12">
                  <c:v>1.02</c:v>
                </c:pt>
                <c:pt idx="13">
                  <c:v>0.947</c:v>
                </c:pt>
                <c:pt idx="14">
                  <c:v>0.884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Triangle</c:v>
                </c:pt>
              </c:strCache>
            </c:strRef>
          </c:tx>
          <c:spPr>
            <a:solidFill>
              <a:srgbClr val="8C8C8C"/>
            </a:solidFill>
            <a:ln w="317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200</c:v>
                  </c:pt>
                  <c:pt idx="1">
                    <c:v>400</c:v>
                  </c:pt>
                  <c:pt idx="2">
                    <c:v>600</c:v>
                  </c:pt>
                  <c:pt idx="3">
                    <c:v>800</c:v>
                  </c:pt>
                  <c:pt idx="4">
                    <c:v>1000</c:v>
                  </c:pt>
                  <c:pt idx="5">
                    <c:v>1200</c:v>
                  </c:pt>
                  <c:pt idx="6">
                    <c:v>1400</c:v>
                  </c:pt>
                  <c:pt idx="7">
                    <c:v>1600</c:v>
                  </c:pt>
                  <c:pt idx="8">
                    <c:v>1800</c:v>
                  </c:pt>
                  <c:pt idx="9">
                    <c:v>2000</c:v>
                  </c:pt>
                  <c:pt idx="10">
                    <c:v>2200</c:v>
                  </c:pt>
                  <c:pt idx="11">
                    <c:v>2400</c:v>
                  </c:pt>
                  <c:pt idx="12">
                    <c:v>2600</c:v>
                  </c:pt>
                  <c:pt idx="13">
                    <c:v>2800</c:v>
                  </c:pt>
                  <c:pt idx="14">
                    <c:v>3000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4.167</c:v>
                </c:pt>
                <c:pt idx="5">
                  <c:v>3.472</c:v>
                </c:pt>
                <c:pt idx="6">
                  <c:v>2.976</c:v>
                </c:pt>
                <c:pt idx="7">
                  <c:v>2.604</c:v>
                </c:pt>
                <c:pt idx="8">
                  <c:v>2.315</c:v>
                </c:pt>
                <c:pt idx="9">
                  <c:v>2.083</c:v>
                </c:pt>
                <c:pt idx="10">
                  <c:v>1.894</c:v>
                </c:pt>
                <c:pt idx="11">
                  <c:v>1.736</c:v>
                </c:pt>
                <c:pt idx="12">
                  <c:v>1.603</c:v>
                </c:pt>
                <c:pt idx="13">
                  <c:v>1.488</c:v>
                </c:pt>
                <c:pt idx="14">
                  <c:v>1.389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95959"/>
                    </a:solidFill>
                    <a:latin typeface="Arial"/>
                  </a:rPr>
                  <a:t>Frequency (Hz)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95959"/>
                    </a:solidFill>
                    <a:latin typeface="Arial"/>
                  </a:rPr>
                  <a:t>Peak voltage (kV)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three things are measured. Everything else is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drive voltage is not the same at every frequency. It is set so the load draws about 4 mA each time - 2.65 kV at 200 Hz, about 180 V at 3 kHz.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Capacitance is the vertical leg and is insensitive to small angle errors. Leakage is the horizontal leg and is very sensitive to them. So we quote C with confidence and use leakage only to compare channels against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about 530 Hz for a sine, the amplifier's own 5 kV rating is what stops us. Above that the load current takes over and the ceiling falls off as one over frequency. A triangle draws less peak current at the same amplitude, so its crossover is higher, near 830 Hz. Both curves scale directly with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490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(Hz)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847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we swing the plate voltage.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52120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463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90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voltage (kV)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47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the voltage waveform.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487168"/>
            <a:ext cx="52120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907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current (mA)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644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the current waveform.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04488"/>
            <a:ext cx="52120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907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angle (degrees)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644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ahead of the voltage the current sits.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904488"/>
            <a:ext cx="52120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325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(pF)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6817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the plates hold per volt. What we want.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52120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325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Conductance (µS)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6817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current.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5321808"/>
            <a:ext cx="52120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V, I and Δφ.  C and G are calculated from those three.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the capacitance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one channel with a sine wave.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928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frequency we choose, so we know it exactly.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91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791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voltage and current monitors.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63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samples per second, for one second.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96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8496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three numbers.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2336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voltage V, peak current I, and the angle Δφ between them.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00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0200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C and G.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4041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repeat at nine frequencies, 200 Hz to 3 kHz.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0" y="1508760"/>
            <a:ext cx="402336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=  I · sin(Δφ)  /  (2πf · V)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2514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=  I · cos(Δφ)  /  V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611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capacitor gives the same C at every frequency. Nine points is how we check that it does.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comes from one angle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5029200"/>
            <a:ext cx="3474720" cy="0"/>
          </a:xfrm>
          <a:prstGeom prst="line">
            <a:avLst/>
          </a:prstGeom>
          <a:noFill/>
          <a:ln w="2540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 flipV="1">
            <a:off x="1463040" y="2377440"/>
            <a:ext cx="1325880" cy="265176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788920" y="2377440"/>
            <a:ext cx="0" cy="2651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63040" y="5029200"/>
            <a:ext cx="132588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51572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Δφ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3538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gives 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5157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gives 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06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exaggerated. A good channel sits within a degree of 90°.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1554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capacitor puts the current 90° ahead of the voltage.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848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is the rate of change of charge, so it peaks a quarter cycle before the voltage does.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upright part gives C.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5478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90° this barely changes, so a couple of degrees of error costs a fraction of a percent. C is solid.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480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sideways part gives the leakage.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50109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90° this changes fast. A few degrees of error invents leakage that is not there.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 sets: the drive limit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the amplifier has to supply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k · f · C · V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2π for a sine, 4 for a triangle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206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voltage allowed, at the 20 mA trip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=  20 mA  /  (k · f · C)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equation, rearranged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09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 wrong and this limit is wrong.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394960" y="146304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394960" y="57150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= the amplifier's 5 kV rating is the limit.    Falling = the load current is the limit.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Plate Load</dc:title>
  <dc:subject>PptxGenJS Presentation</dc:subject>
  <dc:creator>Isaac Legault</dc:creator>
  <cp:lastModifiedBy>Isaac Legault</cp:lastModifiedBy>
  <cp:revision>1</cp:revision>
  <dcterms:created xsi:type="dcterms:W3CDTF">2026-09-08T19:39:43Z</dcterms:created>
  <dcterms:modified xsi:type="dcterms:W3CDTF">2026-09-08T19:39:43Z</dcterms:modified>
</cp:coreProperties>
</file>