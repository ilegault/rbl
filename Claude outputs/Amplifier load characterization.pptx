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Voltage</c:v>
                </c:pt>
              </c:strCache>
            </c:strRef>
          </c:tx>
          <c:spPr>
            <a:solidFill>
              <a:srgbClr val="64748B"/>
            </a:solidFill>
            <a:ln w="28575" cap="flat">
              <a:solidFill>
                <a:srgbClr val="64748B"/>
              </a:solidFill>
              <a:prstDash val="solid"/>
              <a:round/>
            </a:ln>
            <a:effectLst/>
          </c:spPr>
          <c:marker>
            <c:symbol val="none"/>
            <c:size val="6"/>
            <c:spPr>
              <a:solidFill>
                <a:srgbClr val="64748B"/>
              </a:solidFill>
              <a:ln w="9525" cap="flat">
                <a:solidFill>
                  <a:srgbClr val="64748B"/>
                </a:solidFill>
                <a:prstDash val="solid"/>
                <a:round/>
              </a:ln>
              <a:effectLst/>
            </c:spPr>
          </c:marker>
          <c:xVal>
            <c:numRef>
              <c:f>Sheet1!$A$2:$A$402</c:f>
              <c:numCache>
                <c:formatCode>General</c:formatCode>
                <c:ptCount val="401"/>
                <c:pt idx="0">
                  <c:v>0</c:v>
                </c:pt>
                <c:pt idx="1">
                  <c:v>0.01</c:v>
                </c:pt>
                <c:pt idx="2">
                  <c:v>0.02</c:v>
                </c:pt>
                <c:pt idx="3">
                  <c:v>0.03</c:v>
                </c:pt>
                <c:pt idx="4">
                  <c:v>0.04</c:v>
                </c:pt>
                <c:pt idx="5">
                  <c:v>0.05</c:v>
                </c:pt>
                <c:pt idx="6">
                  <c:v>0.06</c:v>
                </c:pt>
                <c:pt idx="7">
                  <c:v>0.07</c:v>
                </c:pt>
                <c:pt idx="8">
                  <c:v>0.08</c:v>
                </c:pt>
                <c:pt idx="9">
                  <c:v>0.09</c:v>
                </c:pt>
                <c:pt idx="10">
                  <c:v>0.1</c:v>
                </c:pt>
                <c:pt idx="11">
                  <c:v>0.11</c:v>
                </c:pt>
                <c:pt idx="12">
                  <c:v>0.12</c:v>
                </c:pt>
                <c:pt idx="13">
                  <c:v>0.13</c:v>
                </c:pt>
                <c:pt idx="14">
                  <c:v>0.14</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c:v>
                </c:pt>
                <c:pt idx="29">
                  <c:v>0.29</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c:v>
                </c:pt>
                <c:pt idx="56">
                  <c:v>0.56</c:v>
                </c:pt>
                <c:pt idx="57">
                  <c:v>0.57</c:v>
                </c:pt>
                <c:pt idx="58">
                  <c:v>0.58</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pt idx="101">
                  <c:v>1.01</c:v>
                </c:pt>
                <c:pt idx="102">
                  <c:v>1.02</c:v>
                </c:pt>
                <c:pt idx="103">
                  <c:v>1.03</c:v>
                </c:pt>
                <c:pt idx="104">
                  <c:v>1.04</c:v>
                </c:pt>
                <c:pt idx="105">
                  <c:v>1.05</c:v>
                </c:pt>
                <c:pt idx="106">
                  <c:v>1.06</c:v>
                </c:pt>
                <c:pt idx="107">
                  <c:v>1.07</c:v>
                </c:pt>
                <c:pt idx="108">
                  <c:v>1.08</c:v>
                </c:pt>
                <c:pt idx="109">
                  <c:v>1.09</c:v>
                </c:pt>
                <c:pt idx="110">
                  <c:v>1.1</c:v>
                </c:pt>
                <c:pt idx="111">
                  <c:v>1.11</c:v>
                </c:pt>
                <c:pt idx="112">
                  <c:v>1.12</c:v>
                </c:pt>
                <c:pt idx="113">
                  <c:v>1.13</c:v>
                </c:pt>
                <c:pt idx="114">
                  <c:v>1.14</c:v>
                </c:pt>
                <c:pt idx="115">
                  <c:v>1.15</c:v>
                </c:pt>
                <c:pt idx="116">
                  <c:v>1.16</c:v>
                </c:pt>
                <c:pt idx="117">
                  <c:v>1.17</c:v>
                </c:pt>
                <c:pt idx="118">
                  <c:v>1.18</c:v>
                </c:pt>
                <c:pt idx="119">
                  <c:v>1.19</c:v>
                </c:pt>
                <c:pt idx="120">
                  <c:v>1.2</c:v>
                </c:pt>
                <c:pt idx="121">
                  <c:v>1.21</c:v>
                </c:pt>
                <c:pt idx="122">
                  <c:v>1.22</c:v>
                </c:pt>
                <c:pt idx="123">
                  <c:v>1.23</c:v>
                </c:pt>
                <c:pt idx="124">
                  <c:v>1.24</c:v>
                </c:pt>
                <c:pt idx="125">
                  <c:v>1.25</c:v>
                </c:pt>
                <c:pt idx="126">
                  <c:v>1.26</c:v>
                </c:pt>
                <c:pt idx="127">
                  <c:v>1.27</c:v>
                </c:pt>
                <c:pt idx="128">
                  <c:v>1.28</c:v>
                </c:pt>
                <c:pt idx="129">
                  <c:v>1.29</c:v>
                </c:pt>
                <c:pt idx="130">
                  <c:v>1.3</c:v>
                </c:pt>
                <c:pt idx="131">
                  <c:v>1.31</c:v>
                </c:pt>
                <c:pt idx="132">
                  <c:v>1.32</c:v>
                </c:pt>
                <c:pt idx="133">
                  <c:v>1.33</c:v>
                </c:pt>
                <c:pt idx="134">
                  <c:v>1.34</c:v>
                </c:pt>
                <c:pt idx="135">
                  <c:v>1.35</c:v>
                </c:pt>
                <c:pt idx="136">
                  <c:v>1.36</c:v>
                </c:pt>
                <c:pt idx="137">
                  <c:v>1.37</c:v>
                </c:pt>
                <c:pt idx="138">
                  <c:v>1.38</c:v>
                </c:pt>
                <c:pt idx="139">
                  <c:v>1.39</c:v>
                </c:pt>
                <c:pt idx="140">
                  <c:v>1.4</c:v>
                </c:pt>
                <c:pt idx="141">
                  <c:v>1.41</c:v>
                </c:pt>
                <c:pt idx="142">
                  <c:v>1.42</c:v>
                </c:pt>
                <c:pt idx="143">
                  <c:v>1.43</c:v>
                </c:pt>
                <c:pt idx="144">
                  <c:v>1.44</c:v>
                </c:pt>
                <c:pt idx="145">
                  <c:v>1.45</c:v>
                </c:pt>
                <c:pt idx="146">
                  <c:v>1.46</c:v>
                </c:pt>
                <c:pt idx="147">
                  <c:v>1.47</c:v>
                </c:pt>
                <c:pt idx="148">
                  <c:v>1.48</c:v>
                </c:pt>
                <c:pt idx="149">
                  <c:v>1.49</c:v>
                </c:pt>
                <c:pt idx="150">
                  <c:v>1.5</c:v>
                </c:pt>
                <c:pt idx="151">
                  <c:v>1.51</c:v>
                </c:pt>
                <c:pt idx="152">
                  <c:v>1.52</c:v>
                </c:pt>
                <c:pt idx="153">
                  <c:v>1.53</c:v>
                </c:pt>
                <c:pt idx="154">
                  <c:v>1.54</c:v>
                </c:pt>
                <c:pt idx="155">
                  <c:v>1.55</c:v>
                </c:pt>
                <c:pt idx="156">
                  <c:v>1.56</c:v>
                </c:pt>
                <c:pt idx="157">
                  <c:v>1.57</c:v>
                </c:pt>
                <c:pt idx="158">
                  <c:v>1.58</c:v>
                </c:pt>
                <c:pt idx="159">
                  <c:v>1.59</c:v>
                </c:pt>
                <c:pt idx="160">
                  <c:v>1.6</c:v>
                </c:pt>
                <c:pt idx="161">
                  <c:v>1.61</c:v>
                </c:pt>
                <c:pt idx="162">
                  <c:v>1.62</c:v>
                </c:pt>
                <c:pt idx="163">
                  <c:v>1.63</c:v>
                </c:pt>
                <c:pt idx="164">
                  <c:v>1.64</c:v>
                </c:pt>
                <c:pt idx="165">
                  <c:v>1.65</c:v>
                </c:pt>
                <c:pt idx="166">
                  <c:v>1.66</c:v>
                </c:pt>
                <c:pt idx="167">
                  <c:v>1.67</c:v>
                </c:pt>
                <c:pt idx="168">
                  <c:v>1.68</c:v>
                </c:pt>
                <c:pt idx="169">
                  <c:v>1.69</c:v>
                </c:pt>
                <c:pt idx="170">
                  <c:v>1.7</c:v>
                </c:pt>
                <c:pt idx="171">
                  <c:v>1.71</c:v>
                </c:pt>
                <c:pt idx="172">
                  <c:v>1.72</c:v>
                </c:pt>
                <c:pt idx="173">
                  <c:v>1.73</c:v>
                </c:pt>
                <c:pt idx="174">
                  <c:v>1.74</c:v>
                </c:pt>
                <c:pt idx="175">
                  <c:v>1.75</c:v>
                </c:pt>
                <c:pt idx="176">
                  <c:v>1.76</c:v>
                </c:pt>
                <c:pt idx="177">
                  <c:v>1.77</c:v>
                </c:pt>
                <c:pt idx="178">
                  <c:v>1.78</c:v>
                </c:pt>
                <c:pt idx="179">
                  <c:v>1.79</c:v>
                </c:pt>
                <c:pt idx="180">
                  <c:v>1.8</c:v>
                </c:pt>
                <c:pt idx="181">
                  <c:v>1.81</c:v>
                </c:pt>
                <c:pt idx="182">
                  <c:v>1.82</c:v>
                </c:pt>
                <c:pt idx="183">
                  <c:v>1.83</c:v>
                </c:pt>
                <c:pt idx="184">
                  <c:v>1.84</c:v>
                </c:pt>
                <c:pt idx="185">
                  <c:v>1.85</c:v>
                </c:pt>
                <c:pt idx="186">
                  <c:v>1.86</c:v>
                </c:pt>
                <c:pt idx="187">
                  <c:v>1.87</c:v>
                </c:pt>
                <c:pt idx="188">
                  <c:v>1.88</c:v>
                </c:pt>
                <c:pt idx="189">
                  <c:v>1.89</c:v>
                </c:pt>
                <c:pt idx="190">
                  <c:v>1.9</c:v>
                </c:pt>
                <c:pt idx="191">
                  <c:v>1.91</c:v>
                </c:pt>
                <c:pt idx="192">
                  <c:v>1.92</c:v>
                </c:pt>
                <c:pt idx="193">
                  <c:v>1.93</c:v>
                </c:pt>
                <c:pt idx="194">
                  <c:v>1.94</c:v>
                </c:pt>
                <c:pt idx="195">
                  <c:v>1.95</c:v>
                </c:pt>
                <c:pt idx="196">
                  <c:v>1.96</c:v>
                </c:pt>
                <c:pt idx="197">
                  <c:v>1.97</c:v>
                </c:pt>
                <c:pt idx="198">
                  <c:v>1.98</c:v>
                </c:pt>
                <c:pt idx="199">
                  <c:v>1.99</c:v>
                </c:pt>
                <c:pt idx="200">
                  <c:v>2</c:v>
                </c:pt>
                <c:pt idx="201">
                  <c:v>2.01</c:v>
                </c:pt>
                <c:pt idx="202">
                  <c:v>2.02</c:v>
                </c:pt>
                <c:pt idx="203">
                  <c:v>2.03</c:v>
                </c:pt>
                <c:pt idx="204">
                  <c:v>2.04</c:v>
                </c:pt>
                <c:pt idx="205">
                  <c:v>2.05</c:v>
                </c:pt>
                <c:pt idx="206">
                  <c:v>2.06</c:v>
                </c:pt>
                <c:pt idx="207">
                  <c:v>2.07</c:v>
                </c:pt>
                <c:pt idx="208">
                  <c:v>2.08</c:v>
                </c:pt>
                <c:pt idx="209">
                  <c:v>2.09</c:v>
                </c:pt>
                <c:pt idx="210">
                  <c:v>2.1</c:v>
                </c:pt>
                <c:pt idx="211">
                  <c:v>2.11</c:v>
                </c:pt>
                <c:pt idx="212">
                  <c:v>2.12</c:v>
                </c:pt>
                <c:pt idx="213">
                  <c:v>2.13</c:v>
                </c:pt>
                <c:pt idx="214">
                  <c:v>2.14</c:v>
                </c:pt>
                <c:pt idx="215">
                  <c:v>2.15</c:v>
                </c:pt>
                <c:pt idx="216">
                  <c:v>2.16</c:v>
                </c:pt>
                <c:pt idx="217">
                  <c:v>2.17</c:v>
                </c:pt>
                <c:pt idx="218">
                  <c:v>2.18</c:v>
                </c:pt>
                <c:pt idx="219">
                  <c:v>2.19</c:v>
                </c:pt>
                <c:pt idx="220">
                  <c:v>2.2</c:v>
                </c:pt>
                <c:pt idx="221">
                  <c:v>2.21</c:v>
                </c:pt>
                <c:pt idx="222">
                  <c:v>2.22</c:v>
                </c:pt>
                <c:pt idx="223">
                  <c:v>2.23</c:v>
                </c:pt>
                <c:pt idx="224">
                  <c:v>2.24</c:v>
                </c:pt>
                <c:pt idx="225">
                  <c:v>2.25</c:v>
                </c:pt>
                <c:pt idx="226">
                  <c:v>2.26</c:v>
                </c:pt>
                <c:pt idx="227">
                  <c:v>2.27</c:v>
                </c:pt>
                <c:pt idx="228">
                  <c:v>2.28</c:v>
                </c:pt>
                <c:pt idx="229">
                  <c:v>2.29</c:v>
                </c:pt>
                <c:pt idx="230">
                  <c:v>2.3</c:v>
                </c:pt>
                <c:pt idx="231">
                  <c:v>2.31</c:v>
                </c:pt>
                <c:pt idx="232">
                  <c:v>2.32</c:v>
                </c:pt>
                <c:pt idx="233">
                  <c:v>2.33</c:v>
                </c:pt>
                <c:pt idx="234">
                  <c:v>2.34</c:v>
                </c:pt>
                <c:pt idx="235">
                  <c:v>2.35</c:v>
                </c:pt>
                <c:pt idx="236">
                  <c:v>2.36</c:v>
                </c:pt>
                <c:pt idx="237">
                  <c:v>2.37</c:v>
                </c:pt>
                <c:pt idx="238">
                  <c:v>2.38</c:v>
                </c:pt>
                <c:pt idx="239">
                  <c:v>2.39</c:v>
                </c:pt>
                <c:pt idx="240">
                  <c:v>2.4</c:v>
                </c:pt>
                <c:pt idx="241">
                  <c:v>2.41</c:v>
                </c:pt>
                <c:pt idx="242">
                  <c:v>2.42</c:v>
                </c:pt>
                <c:pt idx="243">
                  <c:v>2.43</c:v>
                </c:pt>
                <c:pt idx="244">
                  <c:v>2.44</c:v>
                </c:pt>
                <c:pt idx="245">
                  <c:v>2.45</c:v>
                </c:pt>
                <c:pt idx="246">
                  <c:v>2.46</c:v>
                </c:pt>
                <c:pt idx="247">
                  <c:v>2.47</c:v>
                </c:pt>
                <c:pt idx="248">
                  <c:v>2.48</c:v>
                </c:pt>
                <c:pt idx="249">
                  <c:v>2.49</c:v>
                </c:pt>
                <c:pt idx="250">
                  <c:v>2.5</c:v>
                </c:pt>
                <c:pt idx="251">
                  <c:v>2.51</c:v>
                </c:pt>
                <c:pt idx="252">
                  <c:v>2.52</c:v>
                </c:pt>
                <c:pt idx="253">
                  <c:v>2.53</c:v>
                </c:pt>
                <c:pt idx="254">
                  <c:v>2.54</c:v>
                </c:pt>
                <c:pt idx="255">
                  <c:v>2.55</c:v>
                </c:pt>
                <c:pt idx="256">
                  <c:v>2.56</c:v>
                </c:pt>
                <c:pt idx="257">
                  <c:v>2.57</c:v>
                </c:pt>
                <c:pt idx="258">
                  <c:v>2.58</c:v>
                </c:pt>
                <c:pt idx="259">
                  <c:v>2.59</c:v>
                </c:pt>
                <c:pt idx="260">
                  <c:v>2.6</c:v>
                </c:pt>
                <c:pt idx="261">
                  <c:v>2.61</c:v>
                </c:pt>
                <c:pt idx="262">
                  <c:v>2.62</c:v>
                </c:pt>
                <c:pt idx="263">
                  <c:v>2.63</c:v>
                </c:pt>
                <c:pt idx="264">
                  <c:v>2.64</c:v>
                </c:pt>
                <c:pt idx="265">
                  <c:v>2.65</c:v>
                </c:pt>
                <c:pt idx="266">
                  <c:v>2.66</c:v>
                </c:pt>
                <c:pt idx="267">
                  <c:v>2.67</c:v>
                </c:pt>
                <c:pt idx="268">
                  <c:v>2.68</c:v>
                </c:pt>
                <c:pt idx="269">
                  <c:v>2.69</c:v>
                </c:pt>
                <c:pt idx="270">
                  <c:v>2.7</c:v>
                </c:pt>
                <c:pt idx="271">
                  <c:v>2.71</c:v>
                </c:pt>
                <c:pt idx="272">
                  <c:v>2.72</c:v>
                </c:pt>
                <c:pt idx="273">
                  <c:v>2.73</c:v>
                </c:pt>
                <c:pt idx="274">
                  <c:v>2.74</c:v>
                </c:pt>
                <c:pt idx="275">
                  <c:v>2.75</c:v>
                </c:pt>
                <c:pt idx="276">
                  <c:v>2.76</c:v>
                </c:pt>
                <c:pt idx="277">
                  <c:v>2.77</c:v>
                </c:pt>
                <c:pt idx="278">
                  <c:v>2.78</c:v>
                </c:pt>
                <c:pt idx="279">
                  <c:v>2.79</c:v>
                </c:pt>
                <c:pt idx="280">
                  <c:v>2.8</c:v>
                </c:pt>
                <c:pt idx="281">
                  <c:v>2.81</c:v>
                </c:pt>
                <c:pt idx="282">
                  <c:v>2.82</c:v>
                </c:pt>
                <c:pt idx="283">
                  <c:v>2.83</c:v>
                </c:pt>
                <c:pt idx="284">
                  <c:v>2.84</c:v>
                </c:pt>
                <c:pt idx="285">
                  <c:v>2.85</c:v>
                </c:pt>
                <c:pt idx="286">
                  <c:v>2.86</c:v>
                </c:pt>
                <c:pt idx="287">
                  <c:v>2.87</c:v>
                </c:pt>
                <c:pt idx="288">
                  <c:v>2.88</c:v>
                </c:pt>
                <c:pt idx="289">
                  <c:v>2.89</c:v>
                </c:pt>
                <c:pt idx="290">
                  <c:v>2.9</c:v>
                </c:pt>
                <c:pt idx="291">
                  <c:v>2.91</c:v>
                </c:pt>
                <c:pt idx="292">
                  <c:v>2.92</c:v>
                </c:pt>
                <c:pt idx="293">
                  <c:v>2.93</c:v>
                </c:pt>
                <c:pt idx="294">
                  <c:v>2.94</c:v>
                </c:pt>
                <c:pt idx="295">
                  <c:v>2.95</c:v>
                </c:pt>
                <c:pt idx="296">
                  <c:v>2.96</c:v>
                </c:pt>
                <c:pt idx="297">
                  <c:v>2.97</c:v>
                </c:pt>
                <c:pt idx="298">
                  <c:v>2.98</c:v>
                </c:pt>
                <c:pt idx="299">
                  <c:v>2.99</c:v>
                </c:pt>
                <c:pt idx="300">
                  <c:v>3</c:v>
                </c:pt>
                <c:pt idx="301">
                  <c:v>3.01</c:v>
                </c:pt>
                <c:pt idx="302">
                  <c:v>3.02</c:v>
                </c:pt>
                <c:pt idx="303">
                  <c:v>3.03</c:v>
                </c:pt>
                <c:pt idx="304">
                  <c:v>3.04</c:v>
                </c:pt>
                <c:pt idx="305">
                  <c:v>3.05</c:v>
                </c:pt>
                <c:pt idx="306">
                  <c:v>3.06</c:v>
                </c:pt>
                <c:pt idx="307">
                  <c:v>3.07</c:v>
                </c:pt>
                <c:pt idx="308">
                  <c:v>3.08</c:v>
                </c:pt>
                <c:pt idx="309">
                  <c:v>3.09</c:v>
                </c:pt>
                <c:pt idx="310">
                  <c:v>3.1</c:v>
                </c:pt>
                <c:pt idx="311">
                  <c:v>3.11</c:v>
                </c:pt>
                <c:pt idx="312">
                  <c:v>3.12</c:v>
                </c:pt>
                <c:pt idx="313">
                  <c:v>3.13</c:v>
                </c:pt>
                <c:pt idx="314">
                  <c:v>3.14</c:v>
                </c:pt>
                <c:pt idx="315">
                  <c:v>3.15</c:v>
                </c:pt>
                <c:pt idx="316">
                  <c:v>3.16</c:v>
                </c:pt>
                <c:pt idx="317">
                  <c:v>3.17</c:v>
                </c:pt>
                <c:pt idx="318">
                  <c:v>3.18</c:v>
                </c:pt>
                <c:pt idx="319">
                  <c:v>3.19</c:v>
                </c:pt>
                <c:pt idx="320">
                  <c:v>3.2</c:v>
                </c:pt>
                <c:pt idx="321">
                  <c:v>3.21</c:v>
                </c:pt>
                <c:pt idx="322">
                  <c:v>3.22</c:v>
                </c:pt>
                <c:pt idx="323">
                  <c:v>3.23</c:v>
                </c:pt>
                <c:pt idx="324">
                  <c:v>3.24</c:v>
                </c:pt>
                <c:pt idx="325">
                  <c:v>3.25</c:v>
                </c:pt>
                <c:pt idx="326">
                  <c:v>3.26</c:v>
                </c:pt>
                <c:pt idx="327">
                  <c:v>3.27</c:v>
                </c:pt>
                <c:pt idx="328">
                  <c:v>3.28</c:v>
                </c:pt>
                <c:pt idx="329">
                  <c:v>3.29</c:v>
                </c:pt>
                <c:pt idx="330">
                  <c:v>3.3</c:v>
                </c:pt>
                <c:pt idx="331">
                  <c:v>3.31</c:v>
                </c:pt>
                <c:pt idx="332">
                  <c:v>3.32</c:v>
                </c:pt>
                <c:pt idx="333">
                  <c:v>3.33</c:v>
                </c:pt>
                <c:pt idx="334">
                  <c:v>3.34</c:v>
                </c:pt>
                <c:pt idx="335">
                  <c:v>3.35</c:v>
                </c:pt>
                <c:pt idx="336">
                  <c:v>3.36</c:v>
                </c:pt>
                <c:pt idx="337">
                  <c:v>3.37</c:v>
                </c:pt>
                <c:pt idx="338">
                  <c:v>3.38</c:v>
                </c:pt>
                <c:pt idx="339">
                  <c:v>3.39</c:v>
                </c:pt>
                <c:pt idx="340">
                  <c:v>3.4</c:v>
                </c:pt>
                <c:pt idx="341">
                  <c:v>3.41</c:v>
                </c:pt>
                <c:pt idx="342">
                  <c:v>3.42</c:v>
                </c:pt>
                <c:pt idx="343">
                  <c:v>3.43</c:v>
                </c:pt>
                <c:pt idx="344">
                  <c:v>3.44</c:v>
                </c:pt>
                <c:pt idx="345">
                  <c:v>3.45</c:v>
                </c:pt>
                <c:pt idx="346">
                  <c:v>3.46</c:v>
                </c:pt>
                <c:pt idx="347">
                  <c:v>3.47</c:v>
                </c:pt>
                <c:pt idx="348">
                  <c:v>3.48</c:v>
                </c:pt>
                <c:pt idx="349">
                  <c:v>3.49</c:v>
                </c:pt>
                <c:pt idx="350">
                  <c:v>3.5</c:v>
                </c:pt>
                <c:pt idx="351">
                  <c:v>3.51</c:v>
                </c:pt>
                <c:pt idx="352">
                  <c:v>3.52</c:v>
                </c:pt>
                <c:pt idx="353">
                  <c:v>3.53</c:v>
                </c:pt>
                <c:pt idx="354">
                  <c:v>3.54</c:v>
                </c:pt>
                <c:pt idx="355">
                  <c:v>3.55</c:v>
                </c:pt>
                <c:pt idx="356">
                  <c:v>3.56</c:v>
                </c:pt>
                <c:pt idx="357">
                  <c:v>3.57</c:v>
                </c:pt>
                <c:pt idx="358">
                  <c:v>3.58</c:v>
                </c:pt>
                <c:pt idx="359">
                  <c:v>3.59</c:v>
                </c:pt>
                <c:pt idx="360">
                  <c:v>3.6</c:v>
                </c:pt>
                <c:pt idx="361">
                  <c:v>3.61</c:v>
                </c:pt>
                <c:pt idx="362">
                  <c:v>3.62</c:v>
                </c:pt>
                <c:pt idx="363">
                  <c:v>3.63</c:v>
                </c:pt>
                <c:pt idx="364">
                  <c:v>3.64</c:v>
                </c:pt>
                <c:pt idx="365">
                  <c:v>3.65</c:v>
                </c:pt>
                <c:pt idx="366">
                  <c:v>3.66</c:v>
                </c:pt>
                <c:pt idx="367">
                  <c:v>3.67</c:v>
                </c:pt>
                <c:pt idx="368">
                  <c:v>3.68</c:v>
                </c:pt>
                <c:pt idx="369">
                  <c:v>3.69</c:v>
                </c:pt>
                <c:pt idx="370">
                  <c:v>3.7</c:v>
                </c:pt>
                <c:pt idx="371">
                  <c:v>3.71</c:v>
                </c:pt>
                <c:pt idx="372">
                  <c:v>3.72</c:v>
                </c:pt>
                <c:pt idx="373">
                  <c:v>3.73</c:v>
                </c:pt>
                <c:pt idx="374">
                  <c:v>3.74</c:v>
                </c:pt>
                <c:pt idx="375">
                  <c:v>3.75</c:v>
                </c:pt>
                <c:pt idx="376">
                  <c:v>3.76</c:v>
                </c:pt>
                <c:pt idx="377">
                  <c:v>3.77</c:v>
                </c:pt>
                <c:pt idx="378">
                  <c:v>3.78</c:v>
                </c:pt>
                <c:pt idx="379">
                  <c:v>3.79</c:v>
                </c:pt>
                <c:pt idx="380">
                  <c:v>3.8</c:v>
                </c:pt>
                <c:pt idx="381">
                  <c:v>3.81</c:v>
                </c:pt>
                <c:pt idx="382">
                  <c:v>3.82</c:v>
                </c:pt>
                <c:pt idx="383">
                  <c:v>3.83</c:v>
                </c:pt>
                <c:pt idx="384">
                  <c:v>3.84</c:v>
                </c:pt>
                <c:pt idx="385">
                  <c:v>3.85</c:v>
                </c:pt>
                <c:pt idx="386">
                  <c:v>3.86</c:v>
                </c:pt>
                <c:pt idx="387">
                  <c:v>3.87</c:v>
                </c:pt>
                <c:pt idx="388">
                  <c:v>3.88</c:v>
                </c:pt>
                <c:pt idx="389">
                  <c:v>3.89</c:v>
                </c:pt>
                <c:pt idx="390">
                  <c:v>3.9</c:v>
                </c:pt>
                <c:pt idx="391">
                  <c:v>3.91</c:v>
                </c:pt>
                <c:pt idx="392">
                  <c:v>3.92</c:v>
                </c:pt>
                <c:pt idx="393">
                  <c:v>3.93</c:v>
                </c:pt>
                <c:pt idx="394">
                  <c:v>3.94</c:v>
                </c:pt>
                <c:pt idx="395">
                  <c:v>3.95</c:v>
                </c:pt>
                <c:pt idx="396">
                  <c:v>3.96</c:v>
                </c:pt>
                <c:pt idx="397">
                  <c:v>3.97</c:v>
                </c:pt>
                <c:pt idx="398">
                  <c:v>3.98</c:v>
                </c:pt>
                <c:pt idx="399">
                  <c:v>3.99</c:v>
                </c:pt>
                <c:pt idx="400">
                  <c:v>4</c:v>
                </c:pt>
              </c:numCache>
            </c:numRef>
          </c:xVal>
          <c:yVal>
            <c:numRef>
              <c:f>Sheet1!$B$2:$B$402</c:f>
              <c:numCache>
                <c:formatCode>General</c:formatCode>
                <c:ptCount val="401"/>
                <c:pt idx="0">
                  <c:v>0</c:v>
                </c:pt>
                <c:pt idx="1">
                  <c:v>0.04</c:v>
                </c:pt>
                <c:pt idx="2">
                  <c:v>0.08</c:v>
                </c:pt>
                <c:pt idx="3">
                  <c:v>0.12</c:v>
                </c:pt>
                <c:pt idx="4">
                  <c:v>0.16</c:v>
                </c:pt>
                <c:pt idx="5">
                  <c:v>0.2</c:v>
                </c:pt>
                <c:pt idx="6">
                  <c:v>0.24</c:v>
                </c:pt>
                <c:pt idx="7">
                  <c:v>0.28</c:v>
                </c:pt>
                <c:pt idx="8">
                  <c:v>0.32</c:v>
                </c:pt>
                <c:pt idx="9">
                  <c:v>0.36</c:v>
                </c:pt>
                <c:pt idx="10">
                  <c:v>0.4</c:v>
                </c:pt>
                <c:pt idx="11">
                  <c:v>0.44</c:v>
                </c:pt>
                <c:pt idx="12">
                  <c:v>0.48</c:v>
                </c:pt>
                <c:pt idx="13">
                  <c:v>0.52</c:v>
                </c:pt>
                <c:pt idx="14">
                  <c:v>0.56</c:v>
                </c:pt>
                <c:pt idx="15">
                  <c:v>0.6</c:v>
                </c:pt>
                <c:pt idx="16">
                  <c:v>0.64</c:v>
                </c:pt>
                <c:pt idx="17">
                  <c:v>0.68</c:v>
                </c:pt>
                <c:pt idx="18">
                  <c:v>0.72</c:v>
                </c:pt>
                <c:pt idx="19">
                  <c:v>0.76</c:v>
                </c:pt>
                <c:pt idx="20">
                  <c:v>0.8</c:v>
                </c:pt>
                <c:pt idx="21">
                  <c:v>0.84</c:v>
                </c:pt>
                <c:pt idx="22">
                  <c:v>0.88</c:v>
                </c:pt>
                <c:pt idx="23">
                  <c:v>0.92</c:v>
                </c:pt>
                <c:pt idx="24">
                  <c:v>0.96</c:v>
                </c:pt>
                <c:pt idx="25">
                  <c:v>1</c:v>
                </c:pt>
                <c:pt idx="26">
                  <c:v>1.04</c:v>
                </c:pt>
                <c:pt idx="27">
                  <c:v>1.08</c:v>
                </c:pt>
                <c:pt idx="28">
                  <c:v>1.12</c:v>
                </c:pt>
                <c:pt idx="29">
                  <c:v>1.16</c:v>
                </c:pt>
                <c:pt idx="30">
                  <c:v>1.2</c:v>
                </c:pt>
                <c:pt idx="31">
                  <c:v>1.24</c:v>
                </c:pt>
                <c:pt idx="32">
                  <c:v>1.28</c:v>
                </c:pt>
                <c:pt idx="33">
                  <c:v>1.32</c:v>
                </c:pt>
                <c:pt idx="34">
                  <c:v>1.36</c:v>
                </c:pt>
                <c:pt idx="35">
                  <c:v>1.4</c:v>
                </c:pt>
                <c:pt idx="36">
                  <c:v>1.44</c:v>
                </c:pt>
                <c:pt idx="37">
                  <c:v>1.48</c:v>
                </c:pt>
                <c:pt idx="38">
                  <c:v>1.52</c:v>
                </c:pt>
                <c:pt idx="39">
                  <c:v>1.56</c:v>
                </c:pt>
                <c:pt idx="40">
                  <c:v>1.6</c:v>
                </c:pt>
                <c:pt idx="41">
                  <c:v>1.64</c:v>
                </c:pt>
                <c:pt idx="42">
                  <c:v>1.68</c:v>
                </c:pt>
                <c:pt idx="43">
                  <c:v>1.72</c:v>
                </c:pt>
                <c:pt idx="44">
                  <c:v>1.76</c:v>
                </c:pt>
                <c:pt idx="45">
                  <c:v>1.8</c:v>
                </c:pt>
                <c:pt idx="46">
                  <c:v>1.84</c:v>
                </c:pt>
                <c:pt idx="47">
                  <c:v>1.88</c:v>
                </c:pt>
                <c:pt idx="48">
                  <c:v>1.92</c:v>
                </c:pt>
                <c:pt idx="49">
                  <c:v>1.96</c:v>
                </c:pt>
                <c:pt idx="50">
                  <c:v>2</c:v>
                </c:pt>
                <c:pt idx="51">
                  <c:v>1.96</c:v>
                </c:pt>
                <c:pt idx="52">
                  <c:v>1.92</c:v>
                </c:pt>
                <c:pt idx="53">
                  <c:v>1.88</c:v>
                </c:pt>
                <c:pt idx="54">
                  <c:v>1.84</c:v>
                </c:pt>
                <c:pt idx="55">
                  <c:v>1.8</c:v>
                </c:pt>
                <c:pt idx="56">
                  <c:v>1.76</c:v>
                </c:pt>
                <c:pt idx="57">
                  <c:v>1.72</c:v>
                </c:pt>
                <c:pt idx="58">
                  <c:v>1.68</c:v>
                </c:pt>
                <c:pt idx="59">
                  <c:v>1.64</c:v>
                </c:pt>
                <c:pt idx="60">
                  <c:v>1.6</c:v>
                </c:pt>
                <c:pt idx="61">
                  <c:v>1.56</c:v>
                </c:pt>
                <c:pt idx="62">
                  <c:v>1.52</c:v>
                </c:pt>
                <c:pt idx="63">
                  <c:v>1.48</c:v>
                </c:pt>
                <c:pt idx="64">
                  <c:v>1.44</c:v>
                </c:pt>
                <c:pt idx="65">
                  <c:v>1.4</c:v>
                </c:pt>
                <c:pt idx="66">
                  <c:v>1.36</c:v>
                </c:pt>
                <c:pt idx="67">
                  <c:v>1.32</c:v>
                </c:pt>
                <c:pt idx="68">
                  <c:v>1.28</c:v>
                </c:pt>
                <c:pt idx="69">
                  <c:v>1.24</c:v>
                </c:pt>
                <c:pt idx="70">
                  <c:v>1.2</c:v>
                </c:pt>
                <c:pt idx="71">
                  <c:v>1.16</c:v>
                </c:pt>
                <c:pt idx="72">
                  <c:v>1.12</c:v>
                </c:pt>
                <c:pt idx="73">
                  <c:v>1.08</c:v>
                </c:pt>
                <c:pt idx="74">
                  <c:v>1.04</c:v>
                </c:pt>
                <c:pt idx="75">
                  <c:v>1</c:v>
                </c:pt>
                <c:pt idx="76">
                  <c:v>0.96</c:v>
                </c:pt>
                <c:pt idx="77">
                  <c:v>0.92</c:v>
                </c:pt>
                <c:pt idx="78">
                  <c:v>0.88</c:v>
                </c:pt>
                <c:pt idx="79">
                  <c:v>0.84</c:v>
                </c:pt>
                <c:pt idx="80">
                  <c:v>0.8</c:v>
                </c:pt>
                <c:pt idx="81">
                  <c:v>0.76</c:v>
                </c:pt>
                <c:pt idx="82">
                  <c:v>0.72</c:v>
                </c:pt>
                <c:pt idx="83">
                  <c:v>0.68</c:v>
                </c:pt>
                <c:pt idx="84">
                  <c:v>0.64</c:v>
                </c:pt>
                <c:pt idx="85">
                  <c:v>0.6</c:v>
                </c:pt>
                <c:pt idx="86">
                  <c:v>0.56</c:v>
                </c:pt>
                <c:pt idx="87">
                  <c:v>0.52</c:v>
                </c:pt>
                <c:pt idx="88">
                  <c:v>0.48</c:v>
                </c:pt>
                <c:pt idx="89">
                  <c:v>0.44</c:v>
                </c:pt>
                <c:pt idx="90">
                  <c:v>0.4</c:v>
                </c:pt>
                <c:pt idx="91">
                  <c:v>0.36</c:v>
                </c:pt>
                <c:pt idx="92">
                  <c:v>0.32</c:v>
                </c:pt>
                <c:pt idx="93">
                  <c:v>0.28</c:v>
                </c:pt>
                <c:pt idx="94">
                  <c:v>0.24</c:v>
                </c:pt>
                <c:pt idx="95">
                  <c:v>0.2</c:v>
                </c:pt>
                <c:pt idx="96">
                  <c:v>0.16</c:v>
                </c:pt>
                <c:pt idx="97">
                  <c:v>0.12</c:v>
                </c:pt>
                <c:pt idx="98">
                  <c:v>0.08</c:v>
                </c:pt>
                <c:pt idx="99">
                  <c:v>0.04</c:v>
                </c:pt>
                <c:pt idx="100">
                  <c:v>0</c:v>
                </c:pt>
                <c:pt idx="101">
                  <c:v>-0.04</c:v>
                </c:pt>
                <c:pt idx="102">
                  <c:v>-0.08</c:v>
                </c:pt>
                <c:pt idx="103">
                  <c:v>-0.12</c:v>
                </c:pt>
                <c:pt idx="104">
                  <c:v>-0.16</c:v>
                </c:pt>
                <c:pt idx="105">
                  <c:v>-0.2</c:v>
                </c:pt>
                <c:pt idx="106">
                  <c:v>-0.24</c:v>
                </c:pt>
                <c:pt idx="107">
                  <c:v>-0.28</c:v>
                </c:pt>
                <c:pt idx="108">
                  <c:v>-0.32</c:v>
                </c:pt>
                <c:pt idx="109">
                  <c:v>-0.36</c:v>
                </c:pt>
                <c:pt idx="110">
                  <c:v>-0.4</c:v>
                </c:pt>
                <c:pt idx="111">
                  <c:v>-0.44</c:v>
                </c:pt>
                <c:pt idx="112">
                  <c:v>-0.48</c:v>
                </c:pt>
                <c:pt idx="113">
                  <c:v>-0.52</c:v>
                </c:pt>
                <c:pt idx="114">
                  <c:v>-0.56</c:v>
                </c:pt>
                <c:pt idx="115">
                  <c:v>-0.6</c:v>
                </c:pt>
                <c:pt idx="116">
                  <c:v>-0.64</c:v>
                </c:pt>
                <c:pt idx="117">
                  <c:v>-0.68</c:v>
                </c:pt>
                <c:pt idx="118">
                  <c:v>-0.72</c:v>
                </c:pt>
                <c:pt idx="119">
                  <c:v>-0.76</c:v>
                </c:pt>
                <c:pt idx="120">
                  <c:v>-0.8</c:v>
                </c:pt>
                <c:pt idx="121">
                  <c:v>-0.84</c:v>
                </c:pt>
                <c:pt idx="122">
                  <c:v>-0.88</c:v>
                </c:pt>
                <c:pt idx="123">
                  <c:v>-0.92</c:v>
                </c:pt>
                <c:pt idx="124">
                  <c:v>-0.96</c:v>
                </c:pt>
                <c:pt idx="125">
                  <c:v>-1</c:v>
                </c:pt>
                <c:pt idx="126">
                  <c:v>-1.04</c:v>
                </c:pt>
                <c:pt idx="127">
                  <c:v>-1.08</c:v>
                </c:pt>
                <c:pt idx="128">
                  <c:v>-1.12</c:v>
                </c:pt>
                <c:pt idx="129">
                  <c:v>-1.16</c:v>
                </c:pt>
                <c:pt idx="130">
                  <c:v>-1.2</c:v>
                </c:pt>
                <c:pt idx="131">
                  <c:v>-1.24</c:v>
                </c:pt>
                <c:pt idx="132">
                  <c:v>-1.28</c:v>
                </c:pt>
                <c:pt idx="133">
                  <c:v>-1.32</c:v>
                </c:pt>
                <c:pt idx="134">
                  <c:v>-1.36</c:v>
                </c:pt>
                <c:pt idx="135">
                  <c:v>-1.4</c:v>
                </c:pt>
                <c:pt idx="136">
                  <c:v>-1.44</c:v>
                </c:pt>
                <c:pt idx="137">
                  <c:v>-1.48</c:v>
                </c:pt>
                <c:pt idx="138">
                  <c:v>-1.52</c:v>
                </c:pt>
                <c:pt idx="139">
                  <c:v>-1.56</c:v>
                </c:pt>
                <c:pt idx="140">
                  <c:v>-1.6</c:v>
                </c:pt>
                <c:pt idx="141">
                  <c:v>-1.64</c:v>
                </c:pt>
                <c:pt idx="142">
                  <c:v>-1.68</c:v>
                </c:pt>
                <c:pt idx="143">
                  <c:v>-1.72</c:v>
                </c:pt>
                <c:pt idx="144">
                  <c:v>-1.76</c:v>
                </c:pt>
                <c:pt idx="145">
                  <c:v>-1.8</c:v>
                </c:pt>
                <c:pt idx="146">
                  <c:v>-1.84</c:v>
                </c:pt>
                <c:pt idx="147">
                  <c:v>-1.88</c:v>
                </c:pt>
                <c:pt idx="148">
                  <c:v>-1.92</c:v>
                </c:pt>
                <c:pt idx="149">
                  <c:v>-1.96</c:v>
                </c:pt>
                <c:pt idx="150">
                  <c:v>-2</c:v>
                </c:pt>
                <c:pt idx="151">
                  <c:v>-1.96</c:v>
                </c:pt>
                <c:pt idx="152">
                  <c:v>-1.92</c:v>
                </c:pt>
                <c:pt idx="153">
                  <c:v>-1.88</c:v>
                </c:pt>
                <c:pt idx="154">
                  <c:v>-1.84</c:v>
                </c:pt>
                <c:pt idx="155">
                  <c:v>-1.8</c:v>
                </c:pt>
                <c:pt idx="156">
                  <c:v>-1.76</c:v>
                </c:pt>
                <c:pt idx="157">
                  <c:v>-1.72</c:v>
                </c:pt>
                <c:pt idx="158">
                  <c:v>-1.68</c:v>
                </c:pt>
                <c:pt idx="159">
                  <c:v>-1.64</c:v>
                </c:pt>
                <c:pt idx="160">
                  <c:v>-1.6</c:v>
                </c:pt>
                <c:pt idx="161">
                  <c:v>-1.56</c:v>
                </c:pt>
                <c:pt idx="162">
                  <c:v>-1.52</c:v>
                </c:pt>
                <c:pt idx="163">
                  <c:v>-1.48</c:v>
                </c:pt>
                <c:pt idx="164">
                  <c:v>-1.44</c:v>
                </c:pt>
                <c:pt idx="165">
                  <c:v>-1.4</c:v>
                </c:pt>
                <c:pt idx="166">
                  <c:v>-1.36</c:v>
                </c:pt>
                <c:pt idx="167">
                  <c:v>-1.32</c:v>
                </c:pt>
                <c:pt idx="168">
                  <c:v>-1.28</c:v>
                </c:pt>
                <c:pt idx="169">
                  <c:v>-1.24</c:v>
                </c:pt>
                <c:pt idx="170">
                  <c:v>-1.2</c:v>
                </c:pt>
                <c:pt idx="171">
                  <c:v>-1.16</c:v>
                </c:pt>
                <c:pt idx="172">
                  <c:v>-1.12</c:v>
                </c:pt>
                <c:pt idx="173">
                  <c:v>-1.08</c:v>
                </c:pt>
                <c:pt idx="174">
                  <c:v>-1.04</c:v>
                </c:pt>
                <c:pt idx="175">
                  <c:v>-1</c:v>
                </c:pt>
                <c:pt idx="176">
                  <c:v>-0.96</c:v>
                </c:pt>
                <c:pt idx="177">
                  <c:v>-0.92</c:v>
                </c:pt>
                <c:pt idx="178">
                  <c:v>-0.88</c:v>
                </c:pt>
                <c:pt idx="179">
                  <c:v>-0.84</c:v>
                </c:pt>
                <c:pt idx="180">
                  <c:v>-0.8</c:v>
                </c:pt>
                <c:pt idx="181">
                  <c:v>-0.76</c:v>
                </c:pt>
                <c:pt idx="182">
                  <c:v>-0.72</c:v>
                </c:pt>
                <c:pt idx="183">
                  <c:v>-0.68</c:v>
                </c:pt>
                <c:pt idx="184">
                  <c:v>-0.64</c:v>
                </c:pt>
                <c:pt idx="185">
                  <c:v>-0.6</c:v>
                </c:pt>
                <c:pt idx="186">
                  <c:v>-0.56</c:v>
                </c:pt>
                <c:pt idx="187">
                  <c:v>-0.52</c:v>
                </c:pt>
                <c:pt idx="188">
                  <c:v>-0.48</c:v>
                </c:pt>
                <c:pt idx="189">
                  <c:v>-0.44</c:v>
                </c:pt>
                <c:pt idx="190">
                  <c:v>-0.4</c:v>
                </c:pt>
                <c:pt idx="191">
                  <c:v>-0.36</c:v>
                </c:pt>
                <c:pt idx="192">
                  <c:v>-0.32</c:v>
                </c:pt>
                <c:pt idx="193">
                  <c:v>-0.28</c:v>
                </c:pt>
                <c:pt idx="194">
                  <c:v>-0.24</c:v>
                </c:pt>
                <c:pt idx="195">
                  <c:v>-0.2</c:v>
                </c:pt>
                <c:pt idx="196">
                  <c:v>-0.16</c:v>
                </c:pt>
                <c:pt idx="197">
                  <c:v>-0.12</c:v>
                </c:pt>
                <c:pt idx="198">
                  <c:v>-0.08</c:v>
                </c:pt>
                <c:pt idx="199">
                  <c:v>-0.04</c:v>
                </c:pt>
                <c:pt idx="200">
                  <c:v>0</c:v>
                </c:pt>
                <c:pt idx="201">
                  <c:v>0.04</c:v>
                </c:pt>
                <c:pt idx="202">
                  <c:v>0.08</c:v>
                </c:pt>
                <c:pt idx="203">
                  <c:v>0.12</c:v>
                </c:pt>
                <c:pt idx="204">
                  <c:v>0.16</c:v>
                </c:pt>
                <c:pt idx="205">
                  <c:v>0.2</c:v>
                </c:pt>
                <c:pt idx="206">
                  <c:v>0.24</c:v>
                </c:pt>
                <c:pt idx="207">
                  <c:v>0.28</c:v>
                </c:pt>
                <c:pt idx="208">
                  <c:v>0.32</c:v>
                </c:pt>
                <c:pt idx="209">
                  <c:v>0.36</c:v>
                </c:pt>
                <c:pt idx="210">
                  <c:v>0.4</c:v>
                </c:pt>
                <c:pt idx="211">
                  <c:v>0.44</c:v>
                </c:pt>
                <c:pt idx="212">
                  <c:v>0.48</c:v>
                </c:pt>
                <c:pt idx="213">
                  <c:v>0.52</c:v>
                </c:pt>
                <c:pt idx="214">
                  <c:v>0.56</c:v>
                </c:pt>
                <c:pt idx="215">
                  <c:v>0.6</c:v>
                </c:pt>
                <c:pt idx="216">
                  <c:v>0.64</c:v>
                </c:pt>
                <c:pt idx="217">
                  <c:v>0.68</c:v>
                </c:pt>
                <c:pt idx="218">
                  <c:v>0.72</c:v>
                </c:pt>
                <c:pt idx="219">
                  <c:v>0.76</c:v>
                </c:pt>
                <c:pt idx="220">
                  <c:v>0.8</c:v>
                </c:pt>
                <c:pt idx="221">
                  <c:v>0.84</c:v>
                </c:pt>
                <c:pt idx="222">
                  <c:v>0.88</c:v>
                </c:pt>
                <c:pt idx="223">
                  <c:v>0.92</c:v>
                </c:pt>
                <c:pt idx="224">
                  <c:v>0.96</c:v>
                </c:pt>
                <c:pt idx="225">
                  <c:v>1</c:v>
                </c:pt>
                <c:pt idx="226">
                  <c:v>1.04</c:v>
                </c:pt>
                <c:pt idx="227">
                  <c:v>1.08</c:v>
                </c:pt>
                <c:pt idx="228">
                  <c:v>1.12</c:v>
                </c:pt>
                <c:pt idx="229">
                  <c:v>1.16</c:v>
                </c:pt>
                <c:pt idx="230">
                  <c:v>1.2</c:v>
                </c:pt>
                <c:pt idx="231">
                  <c:v>1.24</c:v>
                </c:pt>
                <c:pt idx="232">
                  <c:v>1.28</c:v>
                </c:pt>
                <c:pt idx="233">
                  <c:v>1.32</c:v>
                </c:pt>
                <c:pt idx="234">
                  <c:v>1.36</c:v>
                </c:pt>
                <c:pt idx="235">
                  <c:v>1.4</c:v>
                </c:pt>
                <c:pt idx="236">
                  <c:v>1.44</c:v>
                </c:pt>
                <c:pt idx="237">
                  <c:v>1.48</c:v>
                </c:pt>
                <c:pt idx="238">
                  <c:v>1.52</c:v>
                </c:pt>
                <c:pt idx="239">
                  <c:v>1.56</c:v>
                </c:pt>
                <c:pt idx="240">
                  <c:v>1.6</c:v>
                </c:pt>
                <c:pt idx="241">
                  <c:v>1.64</c:v>
                </c:pt>
                <c:pt idx="242">
                  <c:v>1.68</c:v>
                </c:pt>
                <c:pt idx="243">
                  <c:v>1.72</c:v>
                </c:pt>
                <c:pt idx="244">
                  <c:v>1.76</c:v>
                </c:pt>
                <c:pt idx="245">
                  <c:v>1.8</c:v>
                </c:pt>
                <c:pt idx="246">
                  <c:v>1.84</c:v>
                </c:pt>
                <c:pt idx="247">
                  <c:v>1.88</c:v>
                </c:pt>
                <c:pt idx="248">
                  <c:v>1.92</c:v>
                </c:pt>
                <c:pt idx="249">
                  <c:v>1.96</c:v>
                </c:pt>
                <c:pt idx="250">
                  <c:v>2</c:v>
                </c:pt>
                <c:pt idx="251">
                  <c:v>1.96</c:v>
                </c:pt>
                <c:pt idx="252">
                  <c:v>1.92</c:v>
                </c:pt>
                <c:pt idx="253">
                  <c:v>1.88</c:v>
                </c:pt>
                <c:pt idx="254">
                  <c:v>1.84</c:v>
                </c:pt>
                <c:pt idx="255">
                  <c:v>1.8</c:v>
                </c:pt>
                <c:pt idx="256">
                  <c:v>1.76</c:v>
                </c:pt>
                <c:pt idx="257">
                  <c:v>1.72</c:v>
                </c:pt>
                <c:pt idx="258">
                  <c:v>1.68</c:v>
                </c:pt>
                <c:pt idx="259">
                  <c:v>1.64</c:v>
                </c:pt>
                <c:pt idx="260">
                  <c:v>1.6</c:v>
                </c:pt>
                <c:pt idx="261">
                  <c:v>1.56</c:v>
                </c:pt>
                <c:pt idx="262">
                  <c:v>1.52</c:v>
                </c:pt>
                <c:pt idx="263">
                  <c:v>1.48</c:v>
                </c:pt>
                <c:pt idx="264">
                  <c:v>1.44</c:v>
                </c:pt>
                <c:pt idx="265">
                  <c:v>1.4</c:v>
                </c:pt>
                <c:pt idx="266">
                  <c:v>1.36</c:v>
                </c:pt>
                <c:pt idx="267">
                  <c:v>1.32</c:v>
                </c:pt>
                <c:pt idx="268">
                  <c:v>1.28</c:v>
                </c:pt>
                <c:pt idx="269">
                  <c:v>1.24</c:v>
                </c:pt>
                <c:pt idx="270">
                  <c:v>1.2</c:v>
                </c:pt>
                <c:pt idx="271">
                  <c:v>1.16</c:v>
                </c:pt>
                <c:pt idx="272">
                  <c:v>1.12</c:v>
                </c:pt>
                <c:pt idx="273">
                  <c:v>1.08</c:v>
                </c:pt>
                <c:pt idx="274">
                  <c:v>1.04</c:v>
                </c:pt>
                <c:pt idx="275">
                  <c:v>1</c:v>
                </c:pt>
                <c:pt idx="276">
                  <c:v>0.96</c:v>
                </c:pt>
                <c:pt idx="277">
                  <c:v>0.92</c:v>
                </c:pt>
                <c:pt idx="278">
                  <c:v>0.88</c:v>
                </c:pt>
                <c:pt idx="279">
                  <c:v>0.84</c:v>
                </c:pt>
                <c:pt idx="280">
                  <c:v>0.8</c:v>
                </c:pt>
                <c:pt idx="281">
                  <c:v>0.76</c:v>
                </c:pt>
                <c:pt idx="282">
                  <c:v>0.72</c:v>
                </c:pt>
                <c:pt idx="283">
                  <c:v>0.68</c:v>
                </c:pt>
                <c:pt idx="284">
                  <c:v>0.64</c:v>
                </c:pt>
                <c:pt idx="285">
                  <c:v>0.6</c:v>
                </c:pt>
                <c:pt idx="286">
                  <c:v>0.56</c:v>
                </c:pt>
                <c:pt idx="287">
                  <c:v>0.52</c:v>
                </c:pt>
                <c:pt idx="288">
                  <c:v>0.48</c:v>
                </c:pt>
                <c:pt idx="289">
                  <c:v>0.44</c:v>
                </c:pt>
                <c:pt idx="290">
                  <c:v>0.4</c:v>
                </c:pt>
                <c:pt idx="291">
                  <c:v>0.36</c:v>
                </c:pt>
                <c:pt idx="292">
                  <c:v>0.32</c:v>
                </c:pt>
                <c:pt idx="293">
                  <c:v>0.28</c:v>
                </c:pt>
                <c:pt idx="294">
                  <c:v>0.24</c:v>
                </c:pt>
                <c:pt idx="295">
                  <c:v>0.2</c:v>
                </c:pt>
                <c:pt idx="296">
                  <c:v>0.16</c:v>
                </c:pt>
                <c:pt idx="297">
                  <c:v>0.12</c:v>
                </c:pt>
                <c:pt idx="298">
                  <c:v>0.08</c:v>
                </c:pt>
                <c:pt idx="299">
                  <c:v>0.04</c:v>
                </c:pt>
                <c:pt idx="300">
                  <c:v>0</c:v>
                </c:pt>
                <c:pt idx="301">
                  <c:v>-0.04</c:v>
                </c:pt>
                <c:pt idx="302">
                  <c:v>-0.08</c:v>
                </c:pt>
                <c:pt idx="303">
                  <c:v>-0.12</c:v>
                </c:pt>
                <c:pt idx="304">
                  <c:v>-0.16</c:v>
                </c:pt>
                <c:pt idx="305">
                  <c:v>-0.2</c:v>
                </c:pt>
                <c:pt idx="306">
                  <c:v>-0.24</c:v>
                </c:pt>
                <c:pt idx="307">
                  <c:v>-0.28</c:v>
                </c:pt>
                <c:pt idx="308">
                  <c:v>-0.32</c:v>
                </c:pt>
                <c:pt idx="309">
                  <c:v>-0.36</c:v>
                </c:pt>
                <c:pt idx="310">
                  <c:v>-0.4</c:v>
                </c:pt>
                <c:pt idx="311">
                  <c:v>-0.44</c:v>
                </c:pt>
                <c:pt idx="312">
                  <c:v>-0.48</c:v>
                </c:pt>
                <c:pt idx="313">
                  <c:v>-0.52</c:v>
                </c:pt>
                <c:pt idx="314">
                  <c:v>-0.56</c:v>
                </c:pt>
                <c:pt idx="315">
                  <c:v>-0.6</c:v>
                </c:pt>
                <c:pt idx="316">
                  <c:v>-0.64</c:v>
                </c:pt>
                <c:pt idx="317">
                  <c:v>-0.68</c:v>
                </c:pt>
                <c:pt idx="318">
                  <c:v>-0.72</c:v>
                </c:pt>
                <c:pt idx="319">
                  <c:v>-0.76</c:v>
                </c:pt>
                <c:pt idx="320">
                  <c:v>-0.8</c:v>
                </c:pt>
                <c:pt idx="321">
                  <c:v>-0.84</c:v>
                </c:pt>
                <c:pt idx="322">
                  <c:v>-0.88</c:v>
                </c:pt>
                <c:pt idx="323">
                  <c:v>-0.92</c:v>
                </c:pt>
                <c:pt idx="324">
                  <c:v>-0.96</c:v>
                </c:pt>
                <c:pt idx="325">
                  <c:v>-1</c:v>
                </c:pt>
                <c:pt idx="326">
                  <c:v>-1.04</c:v>
                </c:pt>
                <c:pt idx="327">
                  <c:v>-1.08</c:v>
                </c:pt>
                <c:pt idx="328">
                  <c:v>-1.12</c:v>
                </c:pt>
                <c:pt idx="329">
                  <c:v>-1.16</c:v>
                </c:pt>
                <c:pt idx="330">
                  <c:v>-1.2</c:v>
                </c:pt>
                <c:pt idx="331">
                  <c:v>-1.24</c:v>
                </c:pt>
                <c:pt idx="332">
                  <c:v>-1.28</c:v>
                </c:pt>
                <c:pt idx="333">
                  <c:v>-1.32</c:v>
                </c:pt>
                <c:pt idx="334">
                  <c:v>-1.36</c:v>
                </c:pt>
                <c:pt idx="335">
                  <c:v>-1.4</c:v>
                </c:pt>
                <c:pt idx="336">
                  <c:v>-1.44</c:v>
                </c:pt>
                <c:pt idx="337">
                  <c:v>-1.48</c:v>
                </c:pt>
                <c:pt idx="338">
                  <c:v>-1.52</c:v>
                </c:pt>
                <c:pt idx="339">
                  <c:v>-1.56</c:v>
                </c:pt>
                <c:pt idx="340">
                  <c:v>-1.6</c:v>
                </c:pt>
                <c:pt idx="341">
                  <c:v>-1.64</c:v>
                </c:pt>
                <c:pt idx="342">
                  <c:v>-1.68</c:v>
                </c:pt>
                <c:pt idx="343">
                  <c:v>-1.72</c:v>
                </c:pt>
                <c:pt idx="344">
                  <c:v>-1.76</c:v>
                </c:pt>
                <c:pt idx="345">
                  <c:v>-1.8</c:v>
                </c:pt>
                <c:pt idx="346">
                  <c:v>-1.84</c:v>
                </c:pt>
                <c:pt idx="347">
                  <c:v>-1.88</c:v>
                </c:pt>
                <c:pt idx="348">
                  <c:v>-1.92</c:v>
                </c:pt>
                <c:pt idx="349">
                  <c:v>-1.96</c:v>
                </c:pt>
                <c:pt idx="350">
                  <c:v>-2</c:v>
                </c:pt>
                <c:pt idx="351">
                  <c:v>-1.96</c:v>
                </c:pt>
                <c:pt idx="352">
                  <c:v>-1.92</c:v>
                </c:pt>
                <c:pt idx="353">
                  <c:v>-1.88</c:v>
                </c:pt>
                <c:pt idx="354">
                  <c:v>-1.84</c:v>
                </c:pt>
                <c:pt idx="355">
                  <c:v>-1.8</c:v>
                </c:pt>
                <c:pt idx="356">
                  <c:v>-1.76</c:v>
                </c:pt>
                <c:pt idx="357">
                  <c:v>-1.72</c:v>
                </c:pt>
                <c:pt idx="358">
                  <c:v>-1.68</c:v>
                </c:pt>
                <c:pt idx="359">
                  <c:v>-1.64</c:v>
                </c:pt>
                <c:pt idx="360">
                  <c:v>-1.6</c:v>
                </c:pt>
                <c:pt idx="361">
                  <c:v>-1.56</c:v>
                </c:pt>
                <c:pt idx="362">
                  <c:v>-1.52</c:v>
                </c:pt>
                <c:pt idx="363">
                  <c:v>-1.48</c:v>
                </c:pt>
                <c:pt idx="364">
                  <c:v>-1.44</c:v>
                </c:pt>
                <c:pt idx="365">
                  <c:v>-1.4</c:v>
                </c:pt>
                <c:pt idx="366">
                  <c:v>-1.36</c:v>
                </c:pt>
                <c:pt idx="367">
                  <c:v>-1.32</c:v>
                </c:pt>
                <c:pt idx="368">
                  <c:v>-1.28</c:v>
                </c:pt>
                <c:pt idx="369">
                  <c:v>-1.24</c:v>
                </c:pt>
                <c:pt idx="370">
                  <c:v>-1.2</c:v>
                </c:pt>
                <c:pt idx="371">
                  <c:v>-1.16</c:v>
                </c:pt>
                <c:pt idx="372">
                  <c:v>-1.12</c:v>
                </c:pt>
                <c:pt idx="373">
                  <c:v>-1.08</c:v>
                </c:pt>
                <c:pt idx="374">
                  <c:v>-1.04</c:v>
                </c:pt>
                <c:pt idx="375">
                  <c:v>-1</c:v>
                </c:pt>
                <c:pt idx="376">
                  <c:v>-0.96</c:v>
                </c:pt>
                <c:pt idx="377">
                  <c:v>-0.92</c:v>
                </c:pt>
                <c:pt idx="378">
                  <c:v>-0.88</c:v>
                </c:pt>
                <c:pt idx="379">
                  <c:v>-0.84</c:v>
                </c:pt>
                <c:pt idx="380">
                  <c:v>-0.8</c:v>
                </c:pt>
                <c:pt idx="381">
                  <c:v>-0.76</c:v>
                </c:pt>
                <c:pt idx="382">
                  <c:v>-0.72</c:v>
                </c:pt>
                <c:pt idx="383">
                  <c:v>-0.68</c:v>
                </c:pt>
                <c:pt idx="384">
                  <c:v>-0.64</c:v>
                </c:pt>
                <c:pt idx="385">
                  <c:v>-0.6</c:v>
                </c:pt>
                <c:pt idx="386">
                  <c:v>-0.56</c:v>
                </c:pt>
                <c:pt idx="387">
                  <c:v>-0.52</c:v>
                </c:pt>
                <c:pt idx="388">
                  <c:v>-0.48</c:v>
                </c:pt>
                <c:pt idx="389">
                  <c:v>-0.44</c:v>
                </c:pt>
                <c:pt idx="390">
                  <c:v>-0.4</c:v>
                </c:pt>
                <c:pt idx="391">
                  <c:v>-0.36</c:v>
                </c:pt>
                <c:pt idx="392">
                  <c:v>-0.32</c:v>
                </c:pt>
                <c:pt idx="393">
                  <c:v>-0.28</c:v>
                </c:pt>
                <c:pt idx="394">
                  <c:v>-0.24</c:v>
                </c:pt>
                <c:pt idx="395">
                  <c:v>-0.2</c:v>
                </c:pt>
                <c:pt idx="396">
                  <c:v>-0.16</c:v>
                </c:pt>
                <c:pt idx="397">
                  <c:v>-0.12</c:v>
                </c:pt>
                <c:pt idx="398">
                  <c:v>-0.08</c:v>
                </c:pt>
                <c:pt idx="399">
                  <c:v>-0.04</c:v>
                </c:pt>
                <c:pt idx="40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0"/>
        </c:scaling>
        <c:delete val="0"/>
        <c:axPos val="b"/>
        <c:title>
          <c:tx>
            <c:rich>
              <a:bodyPr/>
              <a:lstStyle/>
              <a:p>
                <a:pPr>
                  <a:defRPr sz="1200" b="0" i="0" u="none" strike="noStrike">
                    <a:solidFill>
                      <a:srgbClr val="5B6470"/>
                    </a:solidFill>
                    <a:latin typeface="+mn-lt"/>
                  </a:defRPr>
                </a:pPr>
                <a:r>
                  <a:rPr sz="1200" b="0" i="0" u="none" strike="noStrike">
                    <a:solidFill>
                      <a:srgbClr val="5B6470"/>
                    </a:solidFill>
                    <a:latin typeface="+mn-lt"/>
                  </a:rPr>
                  <a:t> </a:t>
                </a:r>
              </a:p>
            </c:rich>
          </c:tx>
          <c:layout/>
          <c:overlay val="0"/>
        </c:title>
        <c:numFmt formatCode="General" sourceLinked="1"/>
        <c:majorTickMark val="none"/>
        <c:minorTickMark val="none"/>
        <c:tickLblPos val="low"/>
        <c:spPr>
          <a:ln w="12700" cap="flat">
            <a:solidFill>
              <a:srgbClr val="BFC5CA"/>
            </a:solidFill>
            <a:prstDash val="solid"/>
            <a:round/>
          </a:ln>
        </c:spPr>
        <c:txPr>
          <a:bodyPr/>
          <a:lstStyle/>
          <a:p>
            <a:pPr>
              <a:defRPr sz="1100" b="0" i="0" u="none" strike="noStrike">
                <a:solidFill>
                  <a:srgbClr val="5B6470"/>
                </a:solidFill>
                <a:latin typeface="+mn-lt"/>
              </a:defRPr>
            </a:pPr>
            <a:endParaRPr lang="en-US"/>
          </a:p>
        </c:txPr>
        <c:crossAx val="2094734552"/>
        <c:crosses val="autoZero"/>
        <c:auto val="1"/>
        <c:lblAlgn val="ctr"/>
        <c:noMultiLvlLbl val="1"/>
      </c:valAx>
      <c:valAx>
        <c:axId val="2094734552"/>
        <c:scaling>
          <c:orientation val="minMax"/>
          <c:max val="2"/>
          <c:min val="-2"/>
        </c:scaling>
        <c:delete val="0"/>
        <c:axPos val="l"/>
        <c:majorGridlines>
          <c:spPr>
            <a:ln w="9525" cap="flat">
              <a:solidFill>
                <a:srgbClr val="E3E6E8"/>
              </a:solidFill>
              <a:prstDash val="solid"/>
              <a:round/>
            </a:ln>
          </c:spPr>
        </c:majorGridlines>
        <c:title>
          <c:tx>
            <c:rich>
              <a:bodyPr/>
              <a:lstStyle/>
              <a:p>
                <a:pPr>
                  <a:defRPr sz="1200" b="0" i="0" u="none" strike="noStrike">
                    <a:solidFill>
                      <a:srgbClr val="5B6470"/>
                    </a:solidFill>
                    <a:latin typeface="+mn-lt"/>
                  </a:defRPr>
                </a:pPr>
                <a:r>
                  <a:rPr sz="1200" b="0" i="0" u="none" strike="noStrike">
                    <a:solidFill>
                      <a:srgbClr val="5B6470"/>
                    </a:solidFill>
                    <a:latin typeface="+mn-lt"/>
                  </a:rPr>
                  <a:t>Voltage (kV)</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5B6470"/>
                </a:solidFill>
                <a:latin typeface="+mn-lt"/>
              </a:defRPr>
            </a:pPr>
            <a:endParaRPr lang="en-US"/>
          </a:p>
        </c:txPr>
        <c:crossAx val="2094734554"/>
        <c:crosses val="autoZero"/>
        <c:crossBetween val="midCat"/>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Current</c:v>
                </c:pt>
              </c:strCache>
            </c:strRef>
          </c:tx>
          <c:spPr>
            <a:solidFill>
              <a:srgbClr val="0F766E"/>
            </a:solidFill>
            <a:ln w="28575" cap="flat">
              <a:solidFill>
                <a:srgbClr val="0F766E"/>
              </a:solidFill>
              <a:prstDash val="solid"/>
              <a:round/>
            </a:ln>
            <a:effectLst/>
          </c:spPr>
          <c:marker>
            <c:symbol val="none"/>
            <c:size val="6"/>
            <c:spPr>
              <a:solidFill>
                <a:srgbClr val="0F766E"/>
              </a:solidFill>
              <a:ln w="9525" cap="flat">
                <a:solidFill>
                  <a:srgbClr val="0F766E"/>
                </a:solidFill>
                <a:prstDash val="solid"/>
                <a:round/>
              </a:ln>
              <a:effectLst/>
            </c:spPr>
          </c:marker>
          <c:xVal>
            <c:numRef>
              <c:f>Sheet1!$A$2:$A$11</c:f>
              <c:numCache>
                <c:formatCode>General</c:formatCode>
                <c:ptCount val="10"/>
                <c:pt idx="0">
                  <c:v>0</c:v>
                </c:pt>
                <c:pt idx="1">
                  <c:v>0.5</c:v>
                </c:pt>
                <c:pt idx="2">
                  <c:v>0.5</c:v>
                </c:pt>
                <c:pt idx="3">
                  <c:v>1.5</c:v>
                </c:pt>
                <c:pt idx="4">
                  <c:v>1.5</c:v>
                </c:pt>
                <c:pt idx="5">
                  <c:v>2.5</c:v>
                </c:pt>
                <c:pt idx="6">
                  <c:v>2.5</c:v>
                </c:pt>
                <c:pt idx="7">
                  <c:v>3.5</c:v>
                </c:pt>
                <c:pt idx="8">
                  <c:v>3.5</c:v>
                </c:pt>
                <c:pt idx="9">
                  <c:v>4</c:v>
                </c:pt>
              </c:numCache>
            </c:numRef>
          </c:xVal>
          <c:yVal>
            <c:numRef>
              <c:f>Sheet1!$B$2:$B$11</c:f>
              <c:numCache>
                <c:formatCode>General</c:formatCode>
                <c:ptCount val="10"/>
                <c:pt idx="0">
                  <c:v>6.4</c:v>
                </c:pt>
                <c:pt idx="1">
                  <c:v>6.4</c:v>
                </c:pt>
                <c:pt idx="2">
                  <c:v>-6.4</c:v>
                </c:pt>
                <c:pt idx="3">
                  <c:v>-6.4</c:v>
                </c:pt>
                <c:pt idx="4">
                  <c:v>6.4</c:v>
                </c:pt>
                <c:pt idx="5">
                  <c:v>6.4</c:v>
                </c:pt>
                <c:pt idx="6">
                  <c:v>-6.4</c:v>
                </c:pt>
                <c:pt idx="7">
                  <c:v>-6.4</c:v>
                </c:pt>
                <c:pt idx="8">
                  <c:v>6.4</c:v>
                </c:pt>
                <c:pt idx="9">
                  <c:v>6.4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0"/>
        </c:scaling>
        <c:delete val="0"/>
        <c:axPos val="b"/>
        <c:title>
          <c:tx>
            <c:rich>
              <a:bodyPr/>
              <a:lstStyle/>
              <a:p>
                <a:pPr>
                  <a:defRPr sz="1200" b="0" i="0" u="none" strike="noStrike">
                    <a:solidFill>
                      <a:srgbClr val="5B6470"/>
                    </a:solidFill>
                    <a:latin typeface="+mn-lt"/>
                  </a:defRPr>
                </a:pPr>
                <a:r>
                  <a:rPr sz="1200" b="0" i="0" u="none" strike="noStrike">
                    <a:solidFill>
                      <a:srgbClr val="5B6470"/>
                    </a:solidFill>
                    <a:latin typeface="+mn-lt"/>
                  </a:rPr>
                  <a:t>Time (ms)</a:t>
                </a:r>
              </a:p>
            </c:rich>
          </c:tx>
          <c:layout/>
          <c:overlay val="0"/>
        </c:title>
        <c:numFmt formatCode="General" sourceLinked="1"/>
        <c:majorTickMark val="none"/>
        <c:minorTickMark val="none"/>
        <c:tickLblPos val="low"/>
        <c:spPr>
          <a:ln w="12700" cap="flat">
            <a:solidFill>
              <a:srgbClr val="BFC5CA"/>
            </a:solidFill>
            <a:prstDash val="solid"/>
            <a:round/>
          </a:ln>
        </c:spPr>
        <c:txPr>
          <a:bodyPr/>
          <a:lstStyle/>
          <a:p>
            <a:pPr>
              <a:defRPr sz="1100" b="0" i="0" u="none" strike="noStrike">
                <a:solidFill>
                  <a:srgbClr val="5B6470"/>
                </a:solidFill>
                <a:latin typeface="+mn-lt"/>
              </a:defRPr>
            </a:pPr>
            <a:endParaRPr lang="en-US"/>
          </a:p>
        </c:txPr>
        <c:crossAx val="2094734552"/>
        <c:crosses val="autoZero"/>
        <c:auto val="1"/>
        <c:lblAlgn val="ctr"/>
        <c:noMultiLvlLbl val="1"/>
      </c:valAx>
      <c:valAx>
        <c:axId val="2094734552"/>
        <c:scaling>
          <c:orientation val="minMax"/>
          <c:max val="8"/>
          <c:min val="-8"/>
        </c:scaling>
        <c:delete val="0"/>
        <c:axPos val="l"/>
        <c:majorGridlines>
          <c:spPr>
            <a:ln w="9525" cap="flat">
              <a:solidFill>
                <a:srgbClr val="E3E6E8"/>
              </a:solidFill>
              <a:prstDash val="solid"/>
              <a:round/>
            </a:ln>
          </c:spPr>
        </c:majorGridlines>
        <c:title>
          <c:tx>
            <c:rich>
              <a:bodyPr/>
              <a:lstStyle/>
              <a:p>
                <a:pPr>
                  <a:defRPr sz="1200" b="0" i="0" u="none" strike="noStrike">
                    <a:solidFill>
                      <a:srgbClr val="5B6470"/>
                    </a:solidFill>
                    <a:latin typeface="+mn-lt"/>
                  </a:defRPr>
                </a:pPr>
                <a:r>
                  <a:rPr sz="1200" b="0" i="0" u="none" strike="noStrike">
                    <a:solidFill>
                      <a:srgbClr val="5B6470"/>
                    </a:solidFill>
                    <a:latin typeface="+mn-lt"/>
                  </a:rPr>
                  <a:t>Current (mA)</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5B6470"/>
                </a:solidFill>
                <a:latin typeface="+mn-lt"/>
              </a:defRPr>
            </a:pPr>
            <a:endParaRPr lang="en-US"/>
          </a:p>
        </c:txPr>
        <c:crossAx val="2094734554"/>
        <c:crosses val="autoZero"/>
        <c:crossBetween val="midCat"/>
        <c:majorUnit val="4"/>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±1 kV</c:v>
                </c:pt>
              </c:strCache>
            </c:strRef>
          </c:tx>
          <c:spPr>
            <a:solidFill>
              <a:srgbClr val="99C9C3"/>
            </a:solidFill>
            <a:ln w="28575" cap="flat">
              <a:solidFill>
                <a:srgbClr val="99C9C3"/>
              </a:solidFill>
              <a:prstDash val="solid"/>
              <a:round/>
            </a:ln>
            <a:effectLst/>
          </c:spPr>
          <c:marker>
            <c:symbol val="none"/>
            <c:size val="6"/>
            <c:spPr>
              <a:solidFill>
                <a:srgbClr val="99C9C3"/>
              </a:solidFill>
              <a:ln w="9525" cap="flat">
                <a:solidFill>
                  <a:srgbClr val="99C9C3"/>
                </a:solidFill>
                <a:prstDash val="solid"/>
                <a:round/>
              </a:ln>
              <a:effectLst/>
            </c:spPr>
          </c:marker>
          <c:xVal>
            <c:numRef>
              <c:f>Sheet1!$A$2:$A$62</c:f>
              <c:numCache>
                <c:formatCode>General</c:formatCode>
                <c:ptCount val="61"/>
                <c:pt idx="0">
                  <c:v>10</c:v>
                </c:pt>
                <c:pt idx="1">
                  <c:v>11.22</c:v>
                </c:pt>
                <c:pt idx="2">
                  <c:v>12.589</c:v>
                </c:pt>
                <c:pt idx="3">
                  <c:v>14.125</c:v>
                </c:pt>
                <c:pt idx="4">
                  <c:v>15.849</c:v>
                </c:pt>
                <c:pt idx="5">
                  <c:v>17.783</c:v>
                </c:pt>
                <c:pt idx="6">
                  <c:v>19.953</c:v>
                </c:pt>
                <c:pt idx="7">
                  <c:v>22.387</c:v>
                </c:pt>
                <c:pt idx="8">
                  <c:v>25.119</c:v>
                </c:pt>
                <c:pt idx="9">
                  <c:v>28.184</c:v>
                </c:pt>
                <c:pt idx="10">
                  <c:v>31.623</c:v>
                </c:pt>
                <c:pt idx="11">
                  <c:v>35.481</c:v>
                </c:pt>
                <c:pt idx="12">
                  <c:v>39.811</c:v>
                </c:pt>
                <c:pt idx="13">
                  <c:v>44.668</c:v>
                </c:pt>
                <c:pt idx="14">
                  <c:v>50.119</c:v>
                </c:pt>
                <c:pt idx="15">
                  <c:v>56.234</c:v>
                </c:pt>
                <c:pt idx="16">
                  <c:v>63.096</c:v>
                </c:pt>
                <c:pt idx="17">
                  <c:v>70.795</c:v>
                </c:pt>
                <c:pt idx="18">
                  <c:v>79.433</c:v>
                </c:pt>
                <c:pt idx="19">
                  <c:v>89.125</c:v>
                </c:pt>
                <c:pt idx="20">
                  <c:v>100</c:v>
                </c:pt>
                <c:pt idx="21">
                  <c:v>112.202</c:v>
                </c:pt>
                <c:pt idx="22">
                  <c:v>125.893</c:v>
                </c:pt>
                <c:pt idx="23">
                  <c:v>141.254</c:v>
                </c:pt>
                <c:pt idx="24">
                  <c:v>158.489</c:v>
                </c:pt>
                <c:pt idx="25">
                  <c:v>177.828</c:v>
                </c:pt>
                <c:pt idx="26">
                  <c:v>199.526</c:v>
                </c:pt>
                <c:pt idx="27">
                  <c:v>223.872</c:v>
                </c:pt>
                <c:pt idx="28">
                  <c:v>251.189</c:v>
                </c:pt>
                <c:pt idx="29">
                  <c:v>281.838</c:v>
                </c:pt>
                <c:pt idx="30">
                  <c:v>316.228</c:v>
                </c:pt>
                <c:pt idx="31">
                  <c:v>354.813</c:v>
                </c:pt>
                <c:pt idx="32">
                  <c:v>398.107</c:v>
                </c:pt>
                <c:pt idx="33">
                  <c:v>446.684</c:v>
                </c:pt>
                <c:pt idx="34">
                  <c:v>501.187</c:v>
                </c:pt>
                <c:pt idx="35">
                  <c:v>562.341</c:v>
                </c:pt>
                <c:pt idx="36">
                  <c:v>630.957</c:v>
                </c:pt>
                <c:pt idx="37">
                  <c:v>707.946</c:v>
                </c:pt>
                <c:pt idx="38">
                  <c:v>794.328</c:v>
                </c:pt>
                <c:pt idx="39">
                  <c:v>891.251</c:v>
                </c:pt>
                <c:pt idx="40">
                  <c:v>1000</c:v>
                </c:pt>
                <c:pt idx="41">
                  <c:v>1122.018</c:v>
                </c:pt>
                <c:pt idx="42">
                  <c:v>1258.925</c:v>
                </c:pt>
                <c:pt idx="43">
                  <c:v>1412.538</c:v>
                </c:pt>
                <c:pt idx="44">
                  <c:v>1584.893</c:v>
                </c:pt>
                <c:pt idx="45">
                  <c:v>1778.279</c:v>
                </c:pt>
                <c:pt idx="46">
                  <c:v>1995.262</c:v>
                </c:pt>
                <c:pt idx="47">
                  <c:v>2238.721</c:v>
                </c:pt>
                <c:pt idx="48">
                  <c:v>2511.886</c:v>
                </c:pt>
                <c:pt idx="49">
                  <c:v>2818.383</c:v>
                </c:pt>
                <c:pt idx="50">
                  <c:v>3162.278</c:v>
                </c:pt>
                <c:pt idx="51">
                  <c:v>3548.134</c:v>
                </c:pt>
                <c:pt idx="52">
                  <c:v>3981.072</c:v>
                </c:pt>
                <c:pt idx="53">
                  <c:v>4466.836</c:v>
                </c:pt>
                <c:pt idx="54">
                  <c:v>5011.872</c:v>
                </c:pt>
                <c:pt idx="55">
                  <c:v>5623.413</c:v>
                </c:pt>
                <c:pt idx="56">
                  <c:v>6309.573</c:v>
                </c:pt>
                <c:pt idx="57">
                  <c:v>7079.458</c:v>
                </c:pt>
                <c:pt idx="58">
                  <c:v>7943.282</c:v>
                </c:pt>
                <c:pt idx="59">
                  <c:v>8912.509</c:v>
                </c:pt>
                <c:pt idx="60">
                  <c:v>10000</c:v>
                </c:pt>
              </c:numCache>
            </c:numRef>
          </c:xVal>
          <c:yVal>
            <c:numRef>
              <c:f>Sheet1!$B$2:$B$62</c:f>
              <c:numCache>
                <c:formatCode>General</c:formatCode>
                <c:ptCount val="61"/>
                <c:pt idx="0">
                  <c:v>0.064</c:v>
                </c:pt>
                <c:pt idx="1">
                  <c:v>0.0718</c:v>
                </c:pt>
                <c:pt idx="2">
                  <c:v>0.0806</c:v>
                </c:pt>
                <c:pt idx="3">
                  <c:v>0.0904</c:v>
                </c:pt>
                <c:pt idx="4">
                  <c:v>0.1014</c:v>
                </c:pt>
                <c:pt idx="5">
                  <c:v>0.1138</c:v>
                </c:pt>
                <c:pt idx="6">
                  <c:v>0.1277</c:v>
                </c:pt>
                <c:pt idx="7">
                  <c:v>0.1433</c:v>
                </c:pt>
                <c:pt idx="8">
                  <c:v>0.1608</c:v>
                </c:pt>
                <c:pt idx="9">
                  <c:v>0.1804</c:v>
                </c:pt>
                <c:pt idx="10">
                  <c:v>0.2024</c:v>
                </c:pt>
                <c:pt idx="11">
                  <c:v>0.2271</c:v>
                </c:pt>
                <c:pt idx="12">
                  <c:v>0.2548</c:v>
                </c:pt>
                <c:pt idx="13">
                  <c:v>0.2859</c:v>
                </c:pt>
                <c:pt idx="14">
                  <c:v>0.3208</c:v>
                </c:pt>
                <c:pt idx="15">
                  <c:v>0.3599</c:v>
                </c:pt>
                <c:pt idx="16">
                  <c:v>0.4038</c:v>
                </c:pt>
                <c:pt idx="17">
                  <c:v>0.4531</c:v>
                </c:pt>
                <c:pt idx="18">
                  <c:v>0.5084</c:v>
                </c:pt>
                <c:pt idx="19">
                  <c:v>0.5704</c:v>
                </c:pt>
                <c:pt idx="20">
                  <c:v>0.64</c:v>
                </c:pt>
                <c:pt idx="21">
                  <c:v>0.7181</c:v>
                </c:pt>
                <c:pt idx="22">
                  <c:v>0.8057</c:v>
                </c:pt>
                <c:pt idx="23">
                  <c:v>0.904</c:v>
                </c:pt>
                <c:pt idx="24">
                  <c:v>1.0143</c:v>
                </c:pt>
                <c:pt idx="25">
                  <c:v>1.1381</c:v>
                </c:pt>
                <c:pt idx="26">
                  <c:v>1.277</c:v>
                </c:pt>
                <c:pt idx="27">
                  <c:v>1.4328</c:v>
                </c:pt>
                <c:pt idx="28">
                  <c:v>1.6076</c:v>
                </c:pt>
                <c:pt idx="29">
                  <c:v>1.8038</c:v>
                </c:pt>
                <c:pt idx="30">
                  <c:v>2.0239</c:v>
                </c:pt>
                <c:pt idx="31">
                  <c:v>2.2708</c:v>
                </c:pt>
                <c:pt idx="32">
                  <c:v>2.5479</c:v>
                </c:pt>
                <c:pt idx="33">
                  <c:v>2.8588</c:v>
                </c:pt>
                <c:pt idx="34">
                  <c:v>3.2076</c:v>
                </c:pt>
                <c:pt idx="35">
                  <c:v>3.599</c:v>
                </c:pt>
                <c:pt idx="36">
                  <c:v>4.0381</c:v>
                </c:pt>
                <c:pt idx="37">
                  <c:v>4.5309</c:v>
                </c:pt>
                <c:pt idx="38">
                  <c:v>5.0837</c:v>
                </c:pt>
                <c:pt idx="39">
                  <c:v>5.704</c:v>
                </c:pt>
                <c:pt idx="40">
                  <c:v>6.4</c:v>
                </c:pt>
                <c:pt idx="41">
                  <c:v>7.1809</c:v>
                </c:pt>
                <c:pt idx="42">
                  <c:v>8.0571</c:v>
                </c:pt>
                <c:pt idx="43">
                  <c:v>9.0402</c:v>
                </c:pt>
                <c:pt idx="44">
                  <c:v>10.1433</c:v>
                </c:pt>
                <c:pt idx="45">
                  <c:v>11.381</c:v>
                </c:pt>
                <c:pt idx="46">
                  <c:v>12.7697</c:v>
                </c:pt>
                <c:pt idx="47">
                  <c:v>14.3278</c:v>
                </c:pt>
                <c:pt idx="48">
                  <c:v>16.0761</c:v>
                </c:pt>
                <c:pt idx="49">
                  <c:v>18.0377</c:v>
                </c:pt>
                <c:pt idx="50">
                  <c:v>20.2386</c:v>
                </c:pt>
                <c:pt idx="51">
                  <c:v>22.7081</c:v>
                </c:pt>
                <c:pt idx="52">
                  <c:v>25.4789</c:v>
                </c:pt>
                <c:pt idx="53">
                  <c:v>28.5877</c:v>
                </c:pt>
                <c:pt idx="54">
                  <c:v>32.076</c:v>
                </c:pt>
                <c:pt idx="55">
                  <c:v>35.9898</c:v>
                </c:pt>
                <c:pt idx="56">
                  <c:v>40.3813</c:v>
                </c:pt>
                <c:pt idx="57">
                  <c:v>45.3085</c:v>
                </c:pt>
                <c:pt idx="58">
                  <c:v>50.837</c:v>
                </c:pt>
                <c:pt idx="59">
                  <c:v>57.0401</c:v>
                </c:pt>
                <c:pt idx="60">
                  <c:v>64</c:v>
                </c:pt>
              </c:numCache>
            </c:numRef>
          </c:yVal>
          <c:smooth val="0"/>
        </c:ser>
        <c:ser>
          <c:idx val="1"/>
          <c:order val="1"/>
          <c:tx>
            <c:strRef>
              <c:f>Sheet1!$C$1</c:f>
              <c:strCache>
                <c:ptCount val="1"/>
                <c:pt idx="0">
                  <c:v>±2 kV</c:v>
                </c:pt>
              </c:strCache>
            </c:strRef>
          </c:tx>
          <c:spPr>
            <a:solidFill>
              <a:srgbClr val="3B9C93"/>
            </a:solidFill>
            <a:ln w="28575" cap="flat">
              <a:solidFill>
                <a:srgbClr val="3B9C93"/>
              </a:solidFill>
              <a:prstDash val="solid"/>
              <a:round/>
            </a:ln>
            <a:effectLst/>
          </c:spPr>
          <c:marker>
            <c:symbol val="none"/>
            <c:size val="6"/>
            <c:spPr>
              <a:solidFill>
                <a:srgbClr val="3B9C93"/>
              </a:solidFill>
              <a:ln w="9525" cap="flat">
                <a:solidFill>
                  <a:srgbClr val="3B9C93"/>
                </a:solidFill>
                <a:prstDash val="solid"/>
                <a:round/>
              </a:ln>
              <a:effectLst/>
            </c:spPr>
          </c:marker>
          <c:xVal>
            <c:numRef>
              <c:f>Sheet1!$A$2:$A$62</c:f>
              <c:numCache>
                <c:formatCode>General</c:formatCode>
                <c:ptCount val="61"/>
                <c:pt idx="0">
                  <c:v>10</c:v>
                </c:pt>
                <c:pt idx="1">
                  <c:v>11.22</c:v>
                </c:pt>
                <c:pt idx="2">
                  <c:v>12.589</c:v>
                </c:pt>
                <c:pt idx="3">
                  <c:v>14.125</c:v>
                </c:pt>
                <c:pt idx="4">
                  <c:v>15.849</c:v>
                </c:pt>
                <c:pt idx="5">
                  <c:v>17.783</c:v>
                </c:pt>
                <c:pt idx="6">
                  <c:v>19.953</c:v>
                </c:pt>
                <c:pt idx="7">
                  <c:v>22.387</c:v>
                </c:pt>
                <c:pt idx="8">
                  <c:v>25.119</c:v>
                </c:pt>
                <c:pt idx="9">
                  <c:v>28.184</c:v>
                </c:pt>
                <c:pt idx="10">
                  <c:v>31.623</c:v>
                </c:pt>
                <c:pt idx="11">
                  <c:v>35.481</c:v>
                </c:pt>
                <c:pt idx="12">
                  <c:v>39.811</c:v>
                </c:pt>
                <c:pt idx="13">
                  <c:v>44.668</c:v>
                </c:pt>
                <c:pt idx="14">
                  <c:v>50.119</c:v>
                </c:pt>
                <c:pt idx="15">
                  <c:v>56.234</c:v>
                </c:pt>
                <c:pt idx="16">
                  <c:v>63.096</c:v>
                </c:pt>
                <c:pt idx="17">
                  <c:v>70.795</c:v>
                </c:pt>
                <c:pt idx="18">
                  <c:v>79.433</c:v>
                </c:pt>
                <c:pt idx="19">
                  <c:v>89.125</c:v>
                </c:pt>
                <c:pt idx="20">
                  <c:v>100</c:v>
                </c:pt>
                <c:pt idx="21">
                  <c:v>112.202</c:v>
                </c:pt>
                <c:pt idx="22">
                  <c:v>125.893</c:v>
                </c:pt>
                <c:pt idx="23">
                  <c:v>141.254</c:v>
                </c:pt>
                <c:pt idx="24">
                  <c:v>158.489</c:v>
                </c:pt>
                <c:pt idx="25">
                  <c:v>177.828</c:v>
                </c:pt>
                <c:pt idx="26">
                  <c:v>199.526</c:v>
                </c:pt>
                <c:pt idx="27">
                  <c:v>223.872</c:v>
                </c:pt>
                <c:pt idx="28">
                  <c:v>251.189</c:v>
                </c:pt>
                <c:pt idx="29">
                  <c:v>281.838</c:v>
                </c:pt>
                <c:pt idx="30">
                  <c:v>316.228</c:v>
                </c:pt>
                <c:pt idx="31">
                  <c:v>354.813</c:v>
                </c:pt>
                <c:pt idx="32">
                  <c:v>398.107</c:v>
                </c:pt>
                <c:pt idx="33">
                  <c:v>446.684</c:v>
                </c:pt>
                <c:pt idx="34">
                  <c:v>501.187</c:v>
                </c:pt>
                <c:pt idx="35">
                  <c:v>562.341</c:v>
                </c:pt>
                <c:pt idx="36">
                  <c:v>630.957</c:v>
                </c:pt>
                <c:pt idx="37">
                  <c:v>707.946</c:v>
                </c:pt>
                <c:pt idx="38">
                  <c:v>794.328</c:v>
                </c:pt>
                <c:pt idx="39">
                  <c:v>891.251</c:v>
                </c:pt>
                <c:pt idx="40">
                  <c:v>1000</c:v>
                </c:pt>
                <c:pt idx="41">
                  <c:v>1122.018</c:v>
                </c:pt>
                <c:pt idx="42">
                  <c:v>1258.925</c:v>
                </c:pt>
                <c:pt idx="43">
                  <c:v>1412.538</c:v>
                </c:pt>
                <c:pt idx="44">
                  <c:v>1584.893</c:v>
                </c:pt>
                <c:pt idx="45">
                  <c:v>1778.279</c:v>
                </c:pt>
                <c:pt idx="46">
                  <c:v>1995.262</c:v>
                </c:pt>
                <c:pt idx="47">
                  <c:v>2238.721</c:v>
                </c:pt>
                <c:pt idx="48">
                  <c:v>2511.886</c:v>
                </c:pt>
                <c:pt idx="49">
                  <c:v>2818.383</c:v>
                </c:pt>
                <c:pt idx="50">
                  <c:v>3162.278</c:v>
                </c:pt>
                <c:pt idx="51">
                  <c:v>3548.134</c:v>
                </c:pt>
                <c:pt idx="52">
                  <c:v>3981.072</c:v>
                </c:pt>
                <c:pt idx="53">
                  <c:v>4466.836</c:v>
                </c:pt>
                <c:pt idx="54">
                  <c:v>5011.872</c:v>
                </c:pt>
                <c:pt idx="55">
                  <c:v>5623.413</c:v>
                </c:pt>
                <c:pt idx="56">
                  <c:v>6309.573</c:v>
                </c:pt>
                <c:pt idx="57">
                  <c:v>7079.458</c:v>
                </c:pt>
                <c:pt idx="58">
                  <c:v>7943.282</c:v>
                </c:pt>
                <c:pt idx="59">
                  <c:v>8912.509</c:v>
                </c:pt>
                <c:pt idx="60">
                  <c:v>10000</c:v>
                </c:pt>
              </c:numCache>
            </c:numRef>
          </c:xVal>
          <c:yVal>
            <c:numRef>
              <c:f>Sheet1!$C$2:$C$62</c:f>
              <c:numCache>
                <c:formatCode>General</c:formatCode>
                <c:ptCount val="61"/>
                <c:pt idx="0">
                  <c:v>0.128</c:v>
                </c:pt>
                <c:pt idx="1">
                  <c:v>0.1436</c:v>
                </c:pt>
                <c:pt idx="2">
                  <c:v>0.1611</c:v>
                </c:pt>
                <c:pt idx="3">
                  <c:v>0.1808</c:v>
                </c:pt>
                <c:pt idx="4">
                  <c:v>0.2029</c:v>
                </c:pt>
                <c:pt idx="5">
                  <c:v>0.2276</c:v>
                </c:pt>
                <c:pt idx="6">
                  <c:v>0.2554</c:v>
                </c:pt>
                <c:pt idx="7">
                  <c:v>0.2866</c:v>
                </c:pt>
                <c:pt idx="8">
                  <c:v>0.3215</c:v>
                </c:pt>
                <c:pt idx="9">
                  <c:v>0.3608</c:v>
                </c:pt>
                <c:pt idx="10">
                  <c:v>0.4048</c:v>
                </c:pt>
                <c:pt idx="11">
                  <c:v>0.4542</c:v>
                </c:pt>
                <c:pt idx="12">
                  <c:v>0.5096</c:v>
                </c:pt>
                <c:pt idx="13">
                  <c:v>0.5718</c:v>
                </c:pt>
                <c:pt idx="14">
                  <c:v>0.6415</c:v>
                </c:pt>
                <c:pt idx="15">
                  <c:v>0.7198</c:v>
                </c:pt>
                <c:pt idx="16">
                  <c:v>0.8076</c:v>
                </c:pt>
                <c:pt idx="17">
                  <c:v>0.9062</c:v>
                </c:pt>
                <c:pt idx="18">
                  <c:v>1.0167</c:v>
                </c:pt>
                <c:pt idx="19">
                  <c:v>1.1408</c:v>
                </c:pt>
                <c:pt idx="20">
                  <c:v>1.28</c:v>
                </c:pt>
                <c:pt idx="21">
                  <c:v>1.4362</c:v>
                </c:pt>
                <c:pt idx="22">
                  <c:v>1.6114</c:v>
                </c:pt>
                <c:pt idx="23">
                  <c:v>1.808</c:v>
                </c:pt>
                <c:pt idx="24">
                  <c:v>2.0287</c:v>
                </c:pt>
                <c:pt idx="25">
                  <c:v>2.2762</c:v>
                </c:pt>
                <c:pt idx="26">
                  <c:v>2.5539</c:v>
                </c:pt>
                <c:pt idx="27">
                  <c:v>2.8656</c:v>
                </c:pt>
                <c:pt idx="28">
                  <c:v>3.2152</c:v>
                </c:pt>
                <c:pt idx="29">
                  <c:v>3.6075</c:v>
                </c:pt>
                <c:pt idx="30">
                  <c:v>4.0477</c:v>
                </c:pt>
                <c:pt idx="31">
                  <c:v>4.5416</c:v>
                </c:pt>
                <c:pt idx="32">
                  <c:v>5.0958</c:v>
                </c:pt>
                <c:pt idx="33">
                  <c:v>5.7175</c:v>
                </c:pt>
                <c:pt idx="34">
                  <c:v>6.4152</c:v>
                </c:pt>
                <c:pt idx="35">
                  <c:v>7.198</c:v>
                </c:pt>
                <c:pt idx="36">
                  <c:v>8.0763</c:v>
                </c:pt>
                <c:pt idx="37">
                  <c:v>9.0617</c:v>
                </c:pt>
                <c:pt idx="38">
                  <c:v>10.1674</c:v>
                </c:pt>
                <c:pt idx="39">
                  <c:v>11.408</c:v>
                </c:pt>
                <c:pt idx="40">
                  <c:v>12.8</c:v>
                </c:pt>
                <c:pt idx="41">
                  <c:v>14.3618</c:v>
                </c:pt>
                <c:pt idx="42">
                  <c:v>16.1142</c:v>
                </c:pt>
                <c:pt idx="43">
                  <c:v>18.0805</c:v>
                </c:pt>
                <c:pt idx="44">
                  <c:v>20.2866</c:v>
                </c:pt>
                <c:pt idx="45">
                  <c:v>22.762</c:v>
                </c:pt>
                <c:pt idx="46">
                  <c:v>25.5394</c:v>
                </c:pt>
                <c:pt idx="47">
                  <c:v>28.6556</c:v>
                </c:pt>
                <c:pt idx="48">
                  <c:v>32.1521</c:v>
                </c:pt>
                <c:pt idx="49">
                  <c:v>36.0753</c:v>
                </c:pt>
                <c:pt idx="50">
                  <c:v>40.4772</c:v>
                </c:pt>
                <c:pt idx="51">
                  <c:v>45.4161</c:v>
                </c:pt>
                <c:pt idx="52">
                  <c:v>50.9577</c:v>
                </c:pt>
                <c:pt idx="53">
                  <c:v>57.1755</c:v>
                </c:pt>
                <c:pt idx="54">
                  <c:v>64.152</c:v>
                </c:pt>
                <c:pt idx="55">
                  <c:v>71.9797</c:v>
                </c:pt>
                <c:pt idx="56">
                  <c:v>80.7625</c:v>
                </c:pt>
                <c:pt idx="57">
                  <c:v>90.6171</c:v>
                </c:pt>
                <c:pt idx="58">
                  <c:v>101.674</c:v>
                </c:pt>
                <c:pt idx="59">
                  <c:v>114.0801</c:v>
                </c:pt>
                <c:pt idx="60">
                  <c:v>128</c:v>
                </c:pt>
              </c:numCache>
            </c:numRef>
          </c:yVal>
          <c:smooth val="0"/>
        </c:ser>
        <c:ser>
          <c:idx val="2"/>
          <c:order val="2"/>
          <c:tx>
            <c:strRef>
              <c:f>Sheet1!$D$1</c:f>
              <c:strCache>
                <c:ptCount val="1"/>
                <c:pt idx="0">
                  <c:v>±5 kV</c:v>
                </c:pt>
              </c:strCache>
            </c:strRef>
          </c:tx>
          <c:spPr>
            <a:solidFill>
              <a:srgbClr val="0F766E"/>
            </a:solidFill>
            <a:ln w="28575" cap="flat">
              <a:solidFill>
                <a:srgbClr val="0F766E"/>
              </a:solidFill>
              <a:prstDash val="solid"/>
              <a:round/>
            </a:ln>
            <a:effectLst/>
          </c:spPr>
          <c:marker>
            <c:symbol val="none"/>
            <c:size val="6"/>
            <c:spPr>
              <a:solidFill>
                <a:srgbClr val="0F766E"/>
              </a:solidFill>
              <a:ln w="9525" cap="flat">
                <a:solidFill>
                  <a:srgbClr val="0F766E"/>
                </a:solidFill>
                <a:prstDash val="solid"/>
                <a:round/>
              </a:ln>
              <a:effectLst/>
            </c:spPr>
          </c:marker>
          <c:xVal>
            <c:numRef>
              <c:f>Sheet1!$A$2:$A$62</c:f>
              <c:numCache>
                <c:formatCode>General</c:formatCode>
                <c:ptCount val="61"/>
                <c:pt idx="0">
                  <c:v>10</c:v>
                </c:pt>
                <c:pt idx="1">
                  <c:v>11.22</c:v>
                </c:pt>
                <c:pt idx="2">
                  <c:v>12.589</c:v>
                </c:pt>
                <c:pt idx="3">
                  <c:v>14.125</c:v>
                </c:pt>
                <c:pt idx="4">
                  <c:v>15.849</c:v>
                </c:pt>
                <c:pt idx="5">
                  <c:v>17.783</c:v>
                </c:pt>
                <c:pt idx="6">
                  <c:v>19.953</c:v>
                </c:pt>
                <c:pt idx="7">
                  <c:v>22.387</c:v>
                </c:pt>
                <c:pt idx="8">
                  <c:v>25.119</c:v>
                </c:pt>
                <c:pt idx="9">
                  <c:v>28.184</c:v>
                </c:pt>
                <c:pt idx="10">
                  <c:v>31.623</c:v>
                </c:pt>
                <c:pt idx="11">
                  <c:v>35.481</c:v>
                </c:pt>
                <c:pt idx="12">
                  <c:v>39.811</c:v>
                </c:pt>
                <c:pt idx="13">
                  <c:v>44.668</c:v>
                </c:pt>
                <c:pt idx="14">
                  <c:v>50.119</c:v>
                </c:pt>
                <c:pt idx="15">
                  <c:v>56.234</c:v>
                </c:pt>
                <c:pt idx="16">
                  <c:v>63.096</c:v>
                </c:pt>
                <c:pt idx="17">
                  <c:v>70.795</c:v>
                </c:pt>
                <c:pt idx="18">
                  <c:v>79.433</c:v>
                </c:pt>
                <c:pt idx="19">
                  <c:v>89.125</c:v>
                </c:pt>
                <c:pt idx="20">
                  <c:v>100</c:v>
                </c:pt>
                <c:pt idx="21">
                  <c:v>112.202</c:v>
                </c:pt>
                <c:pt idx="22">
                  <c:v>125.893</c:v>
                </c:pt>
                <c:pt idx="23">
                  <c:v>141.254</c:v>
                </c:pt>
                <c:pt idx="24">
                  <c:v>158.489</c:v>
                </c:pt>
                <c:pt idx="25">
                  <c:v>177.828</c:v>
                </c:pt>
                <c:pt idx="26">
                  <c:v>199.526</c:v>
                </c:pt>
                <c:pt idx="27">
                  <c:v>223.872</c:v>
                </c:pt>
                <c:pt idx="28">
                  <c:v>251.189</c:v>
                </c:pt>
                <c:pt idx="29">
                  <c:v>281.838</c:v>
                </c:pt>
                <c:pt idx="30">
                  <c:v>316.228</c:v>
                </c:pt>
                <c:pt idx="31">
                  <c:v>354.813</c:v>
                </c:pt>
                <c:pt idx="32">
                  <c:v>398.107</c:v>
                </c:pt>
                <c:pt idx="33">
                  <c:v>446.684</c:v>
                </c:pt>
                <c:pt idx="34">
                  <c:v>501.187</c:v>
                </c:pt>
                <c:pt idx="35">
                  <c:v>562.341</c:v>
                </c:pt>
                <c:pt idx="36">
                  <c:v>630.957</c:v>
                </c:pt>
                <c:pt idx="37">
                  <c:v>707.946</c:v>
                </c:pt>
                <c:pt idx="38">
                  <c:v>794.328</c:v>
                </c:pt>
                <c:pt idx="39">
                  <c:v>891.251</c:v>
                </c:pt>
                <c:pt idx="40">
                  <c:v>1000</c:v>
                </c:pt>
                <c:pt idx="41">
                  <c:v>1122.018</c:v>
                </c:pt>
                <c:pt idx="42">
                  <c:v>1258.925</c:v>
                </c:pt>
                <c:pt idx="43">
                  <c:v>1412.538</c:v>
                </c:pt>
                <c:pt idx="44">
                  <c:v>1584.893</c:v>
                </c:pt>
                <c:pt idx="45">
                  <c:v>1778.279</c:v>
                </c:pt>
                <c:pt idx="46">
                  <c:v>1995.262</c:v>
                </c:pt>
                <c:pt idx="47">
                  <c:v>2238.721</c:v>
                </c:pt>
                <c:pt idx="48">
                  <c:v>2511.886</c:v>
                </c:pt>
                <c:pt idx="49">
                  <c:v>2818.383</c:v>
                </c:pt>
                <c:pt idx="50">
                  <c:v>3162.278</c:v>
                </c:pt>
                <c:pt idx="51">
                  <c:v>3548.134</c:v>
                </c:pt>
                <c:pt idx="52">
                  <c:v>3981.072</c:v>
                </c:pt>
                <c:pt idx="53">
                  <c:v>4466.836</c:v>
                </c:pt>
                <c:pt idx="54">
                  <c:v>5011.872</c:v>
                </c:pt>
                <c:pt idx="55">
                  <c:v>5623.413</c:v>
                </c:pt>
                <c:pt idx="56">
                  <c:v>6309.573</c:v>
                </c:pt>
                <c:pt idx="57">
                  <c:v>7079.458</c:v>
                </c:pt>
                <c:pt idx="58">
                  <c:v>7943.282</c:v>
                </c:pt>
                <c:pt idx="59">
                  <c:v>8912.509</c:v>
                </c:pt>
                <c:pt idx="60">
                  <c:v>10000</c:v>
                </c:pt>
              </c:numCache>
            </c:numRef>
          </c:xVal>
          <c:yVal>
            <c:numRef>
              <c:f>Sheet1!$D$2:$D$62</c:f>
              <c:numCache>
                <c:formatCode>General</c:formatCode>
                <c:ptCount val="61"/>
                <c:pt idx="0">
                  <c:v>0.32</c:v>
                </c:pt>
                <c:pt idx="1">
                  <c:v>0.359</c:v>
                </c:pt>
                <c:pt idx="2">
                  <c:v>0.4029</c:v>
                </c:pt>
                <c:pt idx="3">
                  <c:v>0.452</c:v>
                </c:pt>
                <c:pt idx="4">
                  <c:v>0.5072</c:v>
                </c:pt>
                <c:pt idx="5">
                  <c:v>0.569</c:v>
                </c:pt>
                <c:pt idx="6">
                  <c:v>0.6385</c:v>
                </c:pt>
                <c:pt idx="7">
                  <c:v>0.7164</c:v>
                </c:pt>
                <c:pt idx="8">
                  <c:v>0.8038</c:v>
                </c:pt>
                <c:pt idx="9">
                  <c:v>0.9019</c:v>
                </c:pt>
                <c:pt idx="10">
                  <c:v>1.0119</c:v>
                </c:pt>
                <c:pt idx="11">
                  <c:v>1.1354</c:v>
                </c:pt>
                <c:pt idx="12">
                  <c:v>1.2739</c:v>
                </c:pt>
                <c:pt idx="13">
                  <c:v>1.4294</c:v>
                </c:pt>
                <c:pt idx="14">
                  <c:v>1.6038</c:v>
                </c:pt>
                <c:pt idx="15">
                  <c:v>1.7995</c:v>
                </c:pt>
                <c:pt idx="16">
                  <c:v>2.0191</c:v>
                </c:pt>
                <c:pt idx="17">
                  <c:v>2.2654</c:v>
                </c:pt>
                <c:pt idx="18">
                  <c:v>2.5419</c:v>
                </c:pt>
                <c:pt idx="19">
                  <c:v>2.852</c:v>
                </c:pt>
                <c:pt idx="20">
                  <c:v>3.2</c:v>
                </c:pt>
                <c:pt idx="21">
                  <c:v>3.5905</c:v>
                </c:pt>
                <c:pt idx="22">
                  <c:v>4.0286</c:v>
                </c:pt>
                <c:pt idx="23">
                  <c:v>4.5201</c:v>
                </c:pt>
                <c:pt idx="24">
                  <c:v>5.0717</c:v>
                </c:pt>
                <c:pt idx="25">
                  <c:v>5.6905</c:v>
                </c:pt>
                <c:pt idx="26">
                  <c:v>6.3848</c:v>
                </c:pt>
                <c:pt idx="27">
                  <c:v>7.1639</c:v>
                </c:pt>
                <c:pt idx="28">
                  <c:v>8.038</c:v>
                </c:pt>
                <c:pt idx="29">
                  <c:v>9.0188</c:v>
                </c:pt>
                <c:pt idx="30">
                  <c:v>10.1193</c:v>
                </c:pt>
                <c:pt idx="31">
                  <c:v>11.354</c:v>
                </c:pt>
                <c:pt idx="32">
                  <c:v>12.7394</c:v>
                </c:pt>
                <c:pt idx="33">
                  <c:v>14.2939</c:v>
                </c:pt>
                <c:pt idx="34">
                  <c:v>16.038</c:v>
                </c:pt>
                <c:pt idx="35">
                  <c:v>17.9949</c:v>
                </c:pt>
                <c:pt idx="36">
                  <c:v>20.1906</c:v>
                </c:pt>
                <c:pt idx="37">
                  <c:v>22.6543</c:v>
                </c:pt>
                <c:pt idx="38">
                  <c:v>25.4185</c:v>
                </c:pt>
                <c:pt idx="39">
                  <c:v>28.52</c:v>
                </c:pt>
                <c:pt idx="40">
                  <c:v>32</c:v>
                </c:pt>
                <c:pt idx="41">
                  <c:v>35.9046</c:v>
                </c:pt>
                <c:pt idx="42">
                  <c:v>40.2856</c:v>
                </c:pt>
                <c:pt idx="43">
                  <c:v>45.2012</c:v>
                </c:pt>
                <c:pt idx="44">
                  <c:v>50.7166</c:v>
                </c:pt>
                <c:pt idx="45">
                  <c:v>56.9049</c:v>
                </c:pt>
                <c:pt idx="46">
                  <c:v>63.8484</c:v>
                </c:pt>
                <c:pt idx="47">
                  <c:v>71.6391</c:v>
                </c:pt>
                <c:pt idx="48">
                  <c:v>80.3804</c:v>
                </c:pt>
                <c:pt idx="49">
                  <c:v>90.1883</c:v>
                </c:pt>
                <c:pt idx="50">
                  <c:v>101.1929</c:v>
                </c:pt>
                <c:pt idx="51">
                  <c:v>113.5403</c:v>
                </c:pt>
                <c:pt idx="52">
                  <c:v>127.3943</c:v>
                </c:pt>
                <c:pt idx="53">
                  <c:v>142.9387</c:v>
                </c:pt>
                <c:pt idx="54">
                  <c:v>160.3799</c:v>
                </c:pt>
                <c:pt idx="55">
                  <c:v>179.9492</c:v>
                </c:pt>
                <c:pt idx="56">
                  <c:v>201.9064</c:v>
                </c:pt>
                <c:pt idx="57">
                  <c:v>226.5427</c:v>
                </c:pt>
                <c:pt idx="58">
                  <c:v>254.185</c:v>
                </c:pt>
                <c:pt idx="59">
                  <c:v>285.2003</c:v>
                </c:pt>
                <c:pt idx="60">
                  <c:v>320</c:v>
                </c:pt>
              </c:numCache>
            </c:numRef>
          </c:yVal>
          <c:smooth val="0"/>
        </c:ser>
        <c:ser>
          <c:idx val="3"/>
          <c:order val="3"/>
          <c:tx>
            <c:strRef>
              <c:f>Sheet1!$E$1</c:f>
              <c:strCache>
                <c:ptCount val="1"/>
                <c:pt idx="0">
                  <c:v>20 mA continuous</c:v>
                </c:pt>
              </c:strCache>
            </c:strRef>
          </c:tx>
          <c:spPr>
            <a:solidFill>
              <a:srgbClr val="C2410C"/>
            </a:solidFill>
            <a:ln w="28575" cap="flat">
              <a:solidFill>
                <a:srgbClr val="C2410C"/>
              </a:solidFill>
              <a:prstDash val="solid"/>
              <a:round/>
            </a:ln>
            <a:effectLst/>
          </c:spPr>
          <c:marker>
            <c:symbol val="none"/>
            <c:size val="6"/>
            <c:spPr>
              <a:solidFill>
                <a:srgbClr val="C2410C"/>
              </a:solidFill>
              <a:ln w="9525" cap="flat">
                <a:solidFill>
                  <a:srgbClr val="C2410C"/>
                </a:solidFill>
                <a:prstDash val="solid"/>
                <a:round/>
              </a:ln>
              <a:effectLst/>
            </c:spPr>
          </c:marker>
          <c:xVal>
            <c:numRef>
              <c:f>Sheet1!$A$2:$A$62</c:f>
              <c:numCache>
                <c:formatCode>General</c:formatCode>
                <c:ptCount val="61"/>
                <c:pt idx="0">
                  <c:v>10</c:v>
                </c:pt>
                <c:pt idx="1">
                  <c:v>11.22</c:v>
                </c:pt>
                <c:pt idx="2">
                  <c:v>12.589</c:v>
                </c:pt>
                <c:pt idx="3">
                  <c:v>14.125</c:v>
                </c:pt>
                <c:pt idx="4">
                  <c:v>15.849</c:v>
                </c:pt>
                <c:pt idx="5">
                  <c:v>17.783</c:v>
                </c:pt>
                <c:pt idx="6">
                  <c:v>19.953</c:v>
                </c:pt>
                <c:pt idx="7">
                  <c:v>22.387</c:v>
                </c:pt>
                <c:pt idx="8">
                  <c:v>25.119</c:v>
                </c:pt>
                <c:pt idx="9">
                  <c:v>28.184</c:v>
                </c:pt>
                <c:pt idx="10">
                  <c:v>31.623</c:v>
                </c:pt>
                <c:pt idx="11">
                  <c:v>35.481</c:v>
                </c:pt>
                <c:pt idx="12">
                  <c:v>39.811</c:v>
                </c:pt>
                <c:pt idx="13">
                  <c:v>44.668</c:v>
                </c:pt>
                <c:pt idx="14">
                  <c:v>50.119</c:v>
                </c:pt>
                <c:pt idx="15">
                  <c:v>56.234</c:v>
                </c:pt>
                <c:pt idx="16">
                  <c:v>63.096</c:v>
                </c:pt>
                <c:pt idx="17">
                  <c:v>70.795</c:v>
                </c:pt>
                <c:pt idx="18">
                  <c:v>79.433</c:v>
                </c:pt>
                <c:pt idx="19">
                  <c:v>89.125</c:v>
                </c:pt>
                <c:pt idx="20">
                  <c:v>100</c:v>
                </c:pt>
                <c:pt idx="21">
                  <c:v>112.202</c:v>
                </c:pt>
                <c:pt idx="22">
                  <c:v>125.893</c:v>
                </c:pt>
                <c:pt idx="23">
                  <c:v>141.254</c:v>
                </c:pt>
                <c:pt idx="24">
                  <c:v>158.489</c:v>
                </c:pt>
                <c:pt idx="25">
                  <c:v>177.828</c:v>
                </c:pt>
                <c:pt idx="26">
                  <c:v>199.526</c:v>
                </c:pt>
                <c:pt idx="27">
                  <c:v>223.872</c:v>
                </c:pt>
                <c:pt idx="28">
                  <c:v>251.189</c:v>
                </c:pt>
                <c:pt idx="29">
                  <c:v>281.838</c:v>
                </c:pt>
                <c:pt idx="30">
                  <c:v>316.228</c:v>
                </c:pt>
                <c:pt idx="31">
                  <c:v>354.813</c:v>
                </c:pt>
                <c:pt idx="32">
                  <c:v>398.107</c:v>
                </c:pt>
                <c:pt idx="33">
                  <c:v>446.684</c:v>
                </c:pt>
                <c:pt idx="34">
                  <c:v>501.187</c:v>
                </c:pt>
                <c:pt idx="35">
                  <c:v>562.341</c:v>
                </c:pt>
                <c:pt idx="36">
                  <c:v>630.957</c:v>
                </c:pt>
                <c:pt idx="37">
                  <c:v>707.946</c:v>
                </c:pt>
                <c:pt idx="38">
                  <c:v>794.328</c:v>
                </c:pt>
                <c:pt idx="39">
                  <c:v>891.251</c:v>
                </c:pt>
                <c:pt idx="40">
                  <c:v>1000</c:v>
                </c:pt>
                <c:pt idx="41">
                  <c:v>1122.018</c:v>
                </c:pt>
                <c:pt idx="42">
                  <c:v>1258.925</c:v>
                </c:pt>
                <c:pt idx="43">
                  <c:v>1412.538</c:v>
                </c:pt>
                <c:pt idx="44">
                  <c:v>1584.893</c:v>
                </c:pt>
                <c:pt idx="45">
                  <c:v>1778.279</c:v>
                </c:pt>
                <c:pt idx="46">
                  <c:v>1995.262</c:v>
                </c:pt>
                <c:pt idx="47">
                  <c:v>2238.721</c:v>
                </c:pt>
                <c:pt idx="48">
                  <c:v>2511.886</c:v>
                </c:pt>
                <c:pt idx="49">
                  <c:v>2818.383</c:v>
                </c:pt>
                <c:pt idx="50">
                  <c:v>3162.278</c:v>
                </c:pt>
                <c:pt idx="51">
                  <c:v>3548.134</c:v>
                </c:pt>
                <c:pt idx="52">
                  <c:v>3981.072</c:v>
                </c:pt>
                <c:pt idx="53">
                  <c:v>4466.836</c:v>
                </c:pt>
                <c:pt idx="54">
                  <c:v>5011.872</c:v>
                </c:pt>
                <c:pt idx="55">
                  <c:v>5623.413</c:v>
                </c:pt>
                <c:pt idx="56">
                  <c:v>6309.573</c:v>
                </c:pt>
                <c:pt idx="57">
                  <c:v>7079.458</c:v>
                </c:pt>
                <c:pt idx="58">
                  <c:v>7943.282</c:v>
                </c:pt>
                <c:pt idx="59">
                  <c:v>8912.509</c:v>
                </c:pt>
                <c:pt idx="60">
                  <c:v>10000</c:v>
                </c:pt>
              </c:numCache>
            </c:numRef>
          </c:xVal>
          <c:yVal>
            <c:numRef>
              <c:f>Sheet1!$E$2:$E$62</c:f>
              <c:numCache>
                <c:formatCode>General</c:formatCode>
                <c:ptCount val="61"/>
                <c:pt idx="0">
                  <c:v>20</c:v>
                </c:pt>
                <c:pt idx="1">
                  <c:v>20</c:v>
                </c:pt>
                <c:pt idx="2">
                  <c:v>20</c:v>
                </c:pt>
                <c:pt idx="3">
                  <c:v>20</c:v>
                </c:pt>
                <c:pt idx="4">
                  <c:v>20</c:v>
                </c:pt>
                <c:pt idx="5">
                  <c:v>20</c:v>
                </c:pt>
                <c:pt idx="6">
                  <c:v>20</c:v>
                </c:pt>
                <c:pt idx="7">
                  <c:v>20</c:v>
                </c:pt>
                <c:pt idx="8">
                  <c:v>20</c:v>
                </c:pt>
                <c:pt idx="9">
                  <c:v>20</c:v>
                </c:pt>
                <c:pt idx="10">
                  <c:v>20</c:v>
                </c:pt>
                <c:pt idx="11">
                  <c:v>20</c:v>
                </c:pt>
                <c:pt idx="12">
                  <c:v>20</c:v>
                </c:pt>
                <c:pt idx="13">
                  <c:v>20</c:v>
                </c:pt>
                <c:pt idx="14">
                  <c:v>20</c:v>
                </c:pt>
                <c:pt idx="15">
                  <c:v>20</c:v>
                </c:pt>
                <c:pt idx="16">
                  <c:v>20</c:v>
                </c:pt>
                <c:pt idx="17">
                  <c:v>20</c:v>
                </c:pt>
                <c:pt idx="18">
                  <c:v>20</c:v>
                </c:pt>
                <c:pt idx="19">
                  <c:v>20</c:v>
                </c:pt>
                <c:pt idx="20">
                  <c:v>20</c:v>
                </c:pt>
                <c:pt idx="21">
                  <c:v>20</c:v>
                </c:pt>
                <c:pt idx="22">
                  <c:v>20</c:v>
                </c:pt>
                <c:pt idx="23">
                  <c:v>20</c:v>
                </c:pt>
                <c:pt idx="24">
                  <c:v>20</c:v>
                </c:pt>
                <c:pt idx="25">
                  <c:v>20</c:v>
                </c:pt>
                <c:pt idx="26">
                  <c:v>20</c:v>
                </c:pt>
                <c:pt idx="27">
                  <c:v>20</c:v>
                </c:pt>
                <c:pt idx="28">
                  <c:v>20</c:v>
                </c:pt>
                <c:pt idx="29">
                  <c:v>20</c:v>
                </c:pt>
                <c:pt idx="30">
                  <c:v>20</c:v>
                </c:pt>
                <c:pt idx="31">
                  <c:v>20</c:v>
                </c:pt>
                <c:pt idx="32">
                  <c:v>20</c:v>
                </c:pt>
                <c:pt idx="33">
                  <c:v>20</c:v>
                </c:pt>
                <c:pt idx="34">
                  <c:v>20</c:v>
                </c:pt>
                <c:pt idx="35">
                  <c:v>20</c:v>
                </c:pt>
                <c:pt idx="36">
                  <c:v>20</c:v>
                </c:pt>
                <c:pt idx="37">
                  <c:v>20</c:v>
                </c:pt>
                <c:pt idx="38">
                  <c:v>20</c:v>
                </c:pt>
                <c:pt idx="39">
                  <c:v>20</c:v>
                </c:pt>
                <c:pt idx="40">
                  <c:v>20</c:v>
                </c:pt>
                <c:pt idx="41">
                  <c:v>20</c:v>
                </c:pt>
                <c:pt idx="42">
                  <c:v>20</c:v>
                </c:pt>
                <c:pt idx="43">
                  <c:v>20</c:v>
                </c:pt>
                <c:pt idx="44">
                  <c:v>20</c:v>
                </c:pt>
                <c:pt idx="45">
                  <c:v>20</c:v>
                </c:pt>
                <c:pt idx="46">
                  <c:v>20</c:v>
                </c:pt>
                <c:pt idx="47">
                  <c:v>20</c:v>
                </c:pt>
                <c:pt idx="48">
                  <c:v>20</c:v>
                </c:pt>
                <c:pt idx="49">
                  <c:v>20</c:v>
                </c:pt>
                <c:pt idx="50">
                  <c:v>20</c:v>
                </c:pt>
                <c:pt idx="51">
                  <c:v>20</c:v>
                </c:pt>
                <c:pt idx="52">
                  <c:v>20</c:v>
                </c:pt>
                <c:pt idx="53">
                  <c:v>20</c:v>
                </c:pt>
                <c:pt idx="54">
                  <c:v>20</c:v>
                </c:pt>
                <c:pt idx="55">
                  <c:v>20</c:v>
                </c:pt>
                <c:pt idx="56">
                  <c:v>20</c:v>
                </c:pt>
                <c:pt idx="57">
                  <c:v>20</c:v>
                </c:pt>
                <c:pt idx="58">
                  <c:v>20</c:v>
                </c:pt>
                <c:pt idx="59">
                  <c:v>20</c:v>
                </c:pt>
                <c:pt idx="60">
                  <c:v>20</c:v>
                </c:pt>
              </c:numCache>
            </c:numRef>
          </c:yVal>
          <c:smooth val="0"/>
        </c:ser>
        <c:ser>
          <c:idx val="4"/>
          <c:order val="4"/>
          <c:tx>
            <c:strRef>
              <c:f>Sheet1!$F$1</c:f>
              <c:strCache>
                <c:ptCount val="1"/>
                <c:pt idx="0">
                  <c:v>100 mA burst only</c:v>
                </c:pt>
              </c:strCache>
            </c:strRef>
          </c:tx>
          <c:spPr>
            <a:solidFill>
              <a:srgbClr val="E8A27F"/>
            </a:solidFill>
            <a:ln w="28575" cap="flat">
              <a:solidFill>
                <a:srgbClr val="E8A27F"/>
              </a:solidFill>
              <a:prstDash val="solid"/>
              <a:round/>
            </a:ln>
            <a:effectLst/>
          </c:spPr>
          <c:marker>
            <c:symbol val="none"/>
            <c:size val="6"/>
            <c:spPr>
              <a:solidFill>
                <a:srgbClr val="E8A27F"/>
              </a:solidFill>
              <a:ln w="9525" cap="flat">
                <a:solidFill>
                  <a:srgbClr val="E8A27F"/>
                </a:solidFill>
                <a:prstDash val="solid"/>
                <a:round/>
              </a:ln>
              <a:effectLst/>
            </c:spPr>
          </c:marker>
          <c:xVal>
            <c:numRef>
              <c:f>Sheet1!$A$2:$A$62</c:f>
              <c:numCache>
                <c:formatCode>General</c:formatCode>
                <c:ptCount val="61"/>
                <c:pt idx="0">
                  <c:v>10</c:v>
                </c:pt>
                <c:pt idx="1">
                  <c:v>11.22</c:v>
                </c:pt>
                <c:pt idx="2">
                  <c:v>12.589</c:v>
                </c:pt>
                <c:pt idx="3">
                  <c:v>14.125</c:v>
                </c:pt>
                <c:pt idx="4">
                  <c:v>15.849</c:v>
                </c:pt>
                <c:pt idx="5">
                  <c:v>17.783</c:v>
                </c:pt>
                <c:pt idx="6">
                  <c:v>19.953</c:v>
                </c:pt>
                <c:pt idx="7">
                  <c:v>22.387</c:v>
                </c:pt>
                <c:pt idx="8">
                  <c:v>25.119</c:v>
                </c:pt>
                <c:pt idx="9">
                  <c:v>28.184</c:v>
                </c:pt>
                <c:pt idx="10">
                  <c:v>31.623</c:v>
                </c:pt>
                <c:pt idx="11">
                  <c:v>35.481</c:v>
                </c:pt>
                <c:pt idx="12">
                  <c:v>39.811</c:v>
                </c:pt>
                <c:pt idx="13">
                  <c:v>44.668</c:v>
                </c:pt>
                <c:pt idx="14">
                  <c:v>50.119</c:v>
                </c:pt>
                <c:pt idx="15">
                  <c:v>56.234</c:v>
                </c:pt>
                <c:pt idx="16">
                  <c:v>63.096</c:v>
                </c:pt>
                <c:pt idx="17">
                  <c:v>70.795</c:v>
                </c:pt>
                <c:pt idx="18">
                  <c:v>79.433</c:v>
                </c:pt>
                <c:pt idx="19">
                  <c:v>89.125</c:v>
                </c:pt>
                <c:pt idx="20">
                  <c:v>100</c:v>
                </c:pt>
                <c:pt idx="21">
                  <c:v>112.202</c:v>
                </c:pt>
                <c:pt idx="22">
                  <c:v>125.893</c:v>
                </c:pt>
                <c:pt idx="23">
                  <c:v>141.254</c:v>
                </c:pt>
                <c:pt idx="24">
                  <c:v>158.489</c:v>
                </c:pt>
                <c:pt idx="25">
                  <c:v>177.828</c:v>
                </c:pt>
                <c:pt idx="26">
                  <c:v>199.526</c:v>
                </c:pt>
                <c:pt idx="27">
                  <c:v>223.872</c:v>
                </c:pt>
                <c:pt idx="28">
                  <c:v>251.189</c:v>
                </c:pt>
                <c:pt idx="29">
                  <c:v>281.838</c:v>
                </c:pt>
                <c:pt idx="30">
                  <c:v>316.228</c:v>
                </c:pt>
                <c:pt idx="31">
                  <c:v>354.813</c:v>
                </c:pt>
                <c:pt idx="32">
                  <c:v>398.107</c:v>
                </c:pt>
                <c:pt idx="33">
                  <c:v>446.684</c:v>
                </c:pt>
                <c:pt idx="34">
                  <c:v>501.187</c:v>
                </c:pt>
                <c:pt idx="35">
                  <c:v>562.341</c:v>
                </c:pt>
                <c:pt idx="36">
                  <c:v>630.957</c:v>
                </c:pt>
                <c:pt idx="37">
                  <c:v>707.946</c:v>
                </c:pt>
                <c:pt idx="38">
                  <c:v>794.328</c:v>
                </c:pt>
                <c:pt idx="39">
                  <c:v>891.251</c:v>
                </c:pt>
                <c:pt idx="40">
                  <c:v>1000</c:v>
                </c:pt>
                <c:pt idx="41">
                  <c:v>1122.018</c:v>
                </c:pt>
                <c:pt idx="42">
                  <c:v>1258.925</c:v>
                </c:pt>
                <c:pt idx="43">
                  <c:v>1412.538</c:v>
                </c:pt>
                <c:pt idx="44">
                  <c:v>1584.893</c:v>
                </c:pt>
                <c:pt idx="45">
                  <c:v>1778.279</c:v>
                </c:pt>
                <c:pt idx="46">
                  <c:v>1995.262</c:v>
                </c:pt>
                <c:pt idx="47">
                  <c:v>2238.721</c:v>
                </c:pt>
                <c:pt idx="48">
                  <c:v>2511.886</c:v>
                </c:pt>
                <c:pt idx="49">
                  <c:v>2818.383</c:v>
                </c:pt>
                <c:pt idx="50">
                  <c:v>3162.278</c:v>
                </c:pt>
                <c:pt idx="51">
                  <c:v>3548.134</c:v>
                </c:pt>
                <c:pt idx="52">
                  <c:v>3981.072</c:v>
                </c:pt>
                <c:pt idx="53">
                  <c:v>4466.836</c:v>
                </c:pt>
                <c:pt idx="54">
                  <c:v>5011.872</c:v>
                </c:pt>
                <c:pt idx="55">
                  <c:v>5623.413</c:v>
                </c:pt>
                <c:pt idx="56">
                  <c:v>6309.573</c:v>
                </c:pt>
                <c:pt idx="57">
                  <c:v>7079.458</c:v>
                </c:pt>
                <c:pt idx="58">
                  <c:v>7943.282</c:v>
                </c:pt>
                <c:pt idx="59">
                  <c:v>8912.509</c:v>
                </c:pt>
                <c:pt idx="60">
                  <c:v>10000</c:v>
                </c:pt>
              </c:numCache>
            </c:numRef>
          </c:xVal>
          <c:yVal>
            <c:numRef>
              <c:f>Sheet1!$F$2:$F$62</c:f>
              <c:numCache>
                <c:formatCode>General</c:formatCode>
                <c:ptCount val="61"/>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100</c:v>
                </c:pt>
                <c:pt idx="52">
                  <c:v>100</c:v>
                </c:pt>
                <c:pt idx="53">
                  <c:v>100</c:v>
                </c:pt>
                <c:pt idx="54">
                  <c:v>100</c:v>
                </c:pt>
                <c:pt idx="55">
                  <c:v>100</c:v>
                </c:pt>
                <c:pt idx="56">
                  <c:v>100</c:v>
                </c:pt>
                <c:pt idx="57">
                  <c:v>100</c:v>
                </c:pt>
                <c:pt idx="58">
                  <c:v>100</c:v>
                </c:pt>
                <c:pt idx="59">
                  <c:v>100</c:v>
                </c:pt>
                <c:pt idx="60">
                  <c:v>100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logBase val="10"/>
          <c:orientation val="minMax"/>
          <c:max val="10000"/>
          <c:min val="10"/>
        </c:scaling>
        <c:delete val="0"/>
        <c:axPos val="b"/>
        <c:title>
          <c:tx>
            <c:rich>
              <a:bodyPr/>
              <a:lstStyle/>
              <a:p>
                <a:pPr>
                  <a:defRPr sz="1200" b="0" i="0" u="none" strike="noStrike">
                    <a:solidFill>
                      <a:srgbClr val="5B6470"/>
                    </a:solidFill>
                    <a:latin typeface="+mn-lt"/>
                  </a:defRPr>
                </a:pPr>
                <a:r>
                  <a:rPr sz="1200" b="0" i="0" u="none" strike="noStrike">
                    <a:solidFill>
                      <a:srgbClr val="5B6470"/>
                    </a:solidFill>
                    <a:latin typeface="+mn-lt"/>
                  </a:rPr>
                  <a:t>Raster frequency (Hz)</a:t>
                </a:r>
              </a:p>
            </c:rich>
          </c:tx>
          <c:layout/>
          <c:overlay val="0"/>
        </c:title>
        <c:numFmt formatCode="General" sourceLinked="1"/>
        <c:majorTickMark val="none"/>
        <c:minorTickMark val="none"/>
        <c:tickLblPos val="nextTo"/>
        <c:spPr>
          <a:ln w="12700" cap="flat">
            <a:solidFill>
              <a:srgbClr val="BFC5CA"/>
            </a:solidFill>
            <a:prstDash val="solid"/>
            <a:round/>
          </a:ln>
        </c:spPr>
        <c:txPr>
          <a:bodyPr/>
          <a:lstStyle/>
          <a:p>
            <a:pPr>
              <a:defRPr sz="1100" b="0" i="0" u="none" strike="noStrike">
                <a:solidFill>
                  <a:srgbClr val="5B6470"/>
                </a:solidFill>
                <a:latin typeface="+mn-lt"/>
              </a:defRPr>
            </a:pPr>
            <a:endParaRPr lang="en-US"/>
          </a:p>
        </c:txPr>
        <c:crossAx val="2094734552"/>
        <c:crosses val="autoZero"/>
        <c:auto val="1"/>
        <c:lblAlgn val="ctr"/>
        <c:noMultiLvlLbl val="1"/>
      </c:valAx>
      <c:valAx>
        <c:axId val="2094734552"/>
        <c:scaling>
          <c:logBase val="10"/>
          <c:orientation val="minMax"/>
          <c:max val="200"/>
          <c:min val="0.1"/>
        </c:scaling>
        <c:delete val="0"/>
        <c:axPos val="l"/>
        <c:majorGridlines>
          <c:spPr>
            <a:ln w="9525" cap="flat">
              <a:solidFill>
                <a:srgbClr val="E3E6E8"/>
              </a:solidFill>
              <a:prstDash val="solid"/>
              <a:round/>
            </a:ln>
          </c:spPr>
        </c:majorGridlines>
        <c:title>
          <c:tx>
            <c:rich>
              <a:bodyPr/>
              <a:lstStyle/>
              <a:p>
                <a:pPr>
                  <a:defRPr sz="1200" b="0" i="0" u="none" strike="noStrike">
                    <a:solidFill>
                      <a:srgbClr val="5B6470"/>
                    </a:solidFill>
                    <a:latin typeface="+mn-lt"/>
                  </a:defRPr>
                </a:pPr>
                <a:r>
                  <a:rPr sz="1200" b="0" i="0" u="none" strike="noStrike">
                    <a:solidFill>
                      <a:srgbClr val="5B6470"/>
                    </a:solidFill>
                    <a:latin typeface="+mn-lt"/>
                  </a:rPr>
                  <a:t>Steady current (mA)</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5B6470"/>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100">
              <a:solidFill>
                <a:srgbClr val="5B64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Actual current</c:v>
                </c:pt>
              </c:strCache>
            </c:strRef>
          </c:tx>
          <c:spPr>
            <a:solidFill>
              <a:srgbClr val="BFC5CA"/>
            </a:solidFill>
            <a:ln w="25400" cap="flat">
              <a:solidFill>
                <a:srgbClr val="BFC5CA"/>
              </a:solidFill>
              <a:prstDash val="solid"/>
              <a:round/>
            </a:ln>
            <a:effectLst/>
          </c:spPr>
          <c:marker>
            <c:symbol val="none"/>
            <c:size val="6"/>
            <c:spPr>
              <a:solidFill>
                <a:srgbClr val="BFC5CA"/>
              </a:solidFill>
              <a:ln w="9525" cap="flat">
                <a:solidFill>
                  <a:srgbClr val="BFC5CA"/>
                </a:solidFill>
                <a:prstDash val="solid"/>
                <a:round/>
              </a:ln>
              <a:effectLst/>
            </c:spPr>
          </c:marker>
          <c:xVal>
            <c:numRef>
              <c:f>Sheet1!$A$2:$A$303</c:f>
              <c:numCache>
                <c:formatCode>General</c:formatCode>
                <c:ptCount val="302"/>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163</c:v>
                </c:pt>
                <c:pt idx="83">
                  <c:v>164</c:v>
                </c:pt>
                <c:pt idx="84">
                  <c:v>166</c:v>
                </c:pt>
                <c:pt idx="85">
                  <c:v>168</c:v>
                </c:pt>
                <c:pt idx="86">
                  <c:v>170</c:v>
                </c:pt>
                <c:pt idx="87">
                  <c:v>172</c:v>
                </c:pt>
                <c:pt idx="88">
                  <c:v>174</c:v>
                </c:pt>
                <c:pt idx="89">
                  <c:v>176</c:v>
                </c:pt>
                <c:pt idx="90">
                  <c:v>178</c:v>
                </c:pt>
                <c:pt idx="91">
                  <c:v>180</c:v>
                </c:pt>
                <c:pt idx="92">
                  <c:v>182</c:v>
                </c:pt>
                <c:pt idx="93">
                  <c:v>184</c:v>
                </c:pt>
                <c:pt idx="94">
                  <c:v>186</c:v>
                </c:pt>
                <c:pt idx="95">
                  <c:v>188</c:v>
                </c:pt>
                <c:pt idx="96">
                  <c:v>190</c:v>
                </c:pt>
                <c:pt idx="97">
                  <c:v>192</c:v>
                </c:pt>
                <c:pt idx="98">
                  <c:v>194</c:v>
                </c:pt>
                <c:pt idx="99">
                  <c:v>196</c:v>
                </c:pt>
                <c:pt idx="100">
                  <c:v>198</c:v>
                </c:pt>
                <c:pt idx="101">
                  <c:v>200</c:v>
                </c:pt>
                <c:pt idx="102">
                  <c:v>202</c:v>
                </c:pt>
                <c:pt idx="103">
                  <c:v>204</c:v>
                </c:pt>
                <c:pt idx="104">
                  <c:v>206</c:v>
                </c:pt>
                <c:pt idx="105">
                  <c:v>208</c:v>
                </c:pt>
                <c:pt idx="106">
                  <c:v>210</c:v>
                </c:pt>
                <c:pt idx="107">
                  <c:v>212</c:v>
                </c:pt>
                <c:pt idx="108">
                  <c:v>214</c:v>
                </c:pt>
                <c:pt idx="109">
                  <c:v>216</c:v>
                </c:pt>
                <c:pt idx="110">
                  <c:v>218</c:v>
                </c:pt>
                <c:pt idx="111">
                  <c:v>220</c:v>
                </c:pt>
                <c:pt idx="112">
                  <c:v>222</c:v>
                </c:pt>
                <c:pt idx="113">
                  <c:v>224</c:v>
                </c:pt>
                <c:pt idx="114">
                  <c:v>226</c:v>
                </c:pt>
                <c:pt idx="115">
                  <c:v>228</c:v>
                </c:pt>
                <c:pt idx="116">
                  <c:v>230</c:v>
                </c:pt>
                <c:pt idx="117">
                  <c:v>232</c:v>
                </c:pt>
                <c:pt idx="118">
                  <c:v>234</c:v>
                </c:pt>
                <c:pt idx="119">
                  <c:v>236</c:v>
                </c:pt>
                <c:pt idx="120">
                  <c:v>238</c:v>
                </c:pt>
                <c:pt idx="121">
                  <c:v>240</c:v>
                </c:pt>
                <c:pt idx="122">
                  <c:v>242</c:v>
                </c:pt>
                <c:pt idx="123">
                  <c:v>244</c:v>
                </c:pt>
                <c:pt idx="124">
                  <c:v>246</c:v>
                </c:pt>
                <c:pt idx="125">
                  <c:v>248</c:v>
                </c:pt>
                <c:pt idx="126">
                  <c:v>250</c:v>
                </c:pt>
                <c:pt idx="127">
                  <c:v>252</c:v>
                </c:pt>
                <c:pt idx="128">
                  <c:v>254</c:v>
                </c:pt>
                <c:pt idx="129">
                  <c:v>256</c:v>
                </c:pt>
                <c:pt idx="130">
                  <c:v>258</c:v>
                </c:pt>
                <c:pt idx="131">
                  <c:v>260</c:v>
                </c:pt>
                <c:pt idx="132">
                  <c:v>262</c:v>
                </c:pt>
                <c:pt idx="133">
                  <c:v>264</c:v>
                </c:pt>
                <c:pt idx="134">
                  <c:v>266</c:v>
                </c:pt>
                <c:pt idx="135">
                  <c:v>268</c:v>
                </c:pt>
                <c:pt idx="136">
                  <c:v>270</c:v>
                </c:pt>
                <c:pt idx="137">
                  <c:v>272</c:v>
                </c:pt>
                <c:pt idx="138">
                  <c:v>274</c:v>
                </c:pt>
                <c:pt idx="139">
                  <c:v>276</c:v>
                </c:pt>
                <c:pt idx="140">
                  <c:v>278</c:v>
                </c:pt>
                <c:pt idx="141">
                  <c:v>280</c:v>
                </c:pt>
                <c:pt idx="142">
                  <c:v>282</c:v>
                </c:pt>
                <c:pt idx="143">
                  <c:v>284</c:v>
                </c:pt>
                <c:pt idx="144">
                  <c:v>286</c:v>
                </c:pt>
                <c:pt idx="145">
                  <c:v>288</c:v>
                </c:pt>
                <c:pt idx="146">
                  <c:v>290</c:v>
                </c:pt>
                <c:pt idx="147">
                  <c:v>292</c:v>
                </c:pt>
                <c:pt idx="148">
                  <c:v>294</c:v>
                </c:pt>
                <c:pt idx="149">
                  <c:v>296</c:v>
                </c:pt>
                <c:pt idx="150">
                  <c:v>298</c:v>
                </c:pt>
                <c:pt idx="151">
                  <c:v>300</c:v>
                </c:pt>
                <c:pt idx="152">
                  <c:v>302</c:v>
                </c:pt>
                <c:pt idx="153">
                  <c:v>304</c:v>
                </c:pt>
                <c:pt idx="154">
                  <c:v>306</c:v>
                </c:pt>
                <c:pt idx="155">
                  <c:v>308</c:v>
                </c:pt>
                <c:pt idx="156">
                  <c:v>310</c:v>
                </c:pt>
                <c:pt idx="157">
                  <c:v>312</c:v>
                </c:pt>
                <c:pt idx="158">
                  <c:v>314</c:v>
                </c:pt>
                <c:pt idx="159">
                  <c:v>316</c:v>
                </c:pt>
                <c:pt idx="160">
                  <c:v>318</c:v>
                </c:pt>
                <c:pt idx="161">
                  <c:v>320</c:v>
                </c:pt>
                <c:pt idx="162">
                  <c:v>322</c:v>
                </c:pt>
                <c:pt idx="163">
                  <c:v>324</c:v>
                </c:pt>
                <c:pt idx="164">
                  <c:v>326</c:v>
                </c:pt>
                <c:pt idx="165">
                  <c:v>328</c:v>
                </c:pt>
                <c:pt idx="166">
                  <c:v>330</c:v>
                </c:pt>
                <c:pt idx="167">
                  <c:v>332</c:v>
                </c:pt>
                <c:pt idx="168">
                  <c:v>334</c:v>
                </c:pt>
                <c:pt idx="169">
                  <c:v>336</c:v>
                </c:pt>
                <c:pt idx="170">
                  <c:v>338</c:v>
                </c:pt>
                <c:pt idx="171">
                  <c:v>340</c:v>
                </c:pt>
                <c:pt idx="172">
                  <c:v>342</c:v>
                </c:pt>
                <c:pt idx="173">
                  <c:v>344</c:v>
                </c:pt>
                <c:pt idx="174">
                  <c:v>346</c:v>
                </c:pt>
                <c:pt idx="175">
                  <c:v>348</c:v>
                </c:pt>
                <c:pt idx="176">
                  <c:v>350</c:v>
                </c:pt>
                <c:pt idx="177">
                  <c:v>352</c:v>
                </c:pt>
                <c:pt idx="178">
                  <c:v>354</c:v>
                </c:pt>
                <c:pt idx="179">
                  <c:v>356</c:v>
                </c:pt>
                <c:pt idx="180">
                  <c:v>358</c:v>
                </c:pt>
                <c:pt idx="181">
                  <c:v>360</c:v>
                </c:pt>
                <c:pt idx="182">
                  <c:v>362</c:v>
                </c:pt>
                <c:pt idx="183">
                  <c:v>364</c:v>
                </c:pt>
                <c:pt idx="184">
                  <c:v>366</c:v>
                </c:pt>
                <c:pt idx="185">
                  <c:v>368</c:v>
                </c:pt>
                <c:pt idx="186">
                  <c:v>370</c:v>
                </c:pt>
                <c:pt idx="187">
                  <c:v>372</c:v>
                </c:pt>
                <c:pt idx="188">
                  <c:v>374</c:v>
                </c:pt>
                <c:pt idx="189">
                  <c:v>376</c:v>
                </c:pt>
                <c:pt idx="190">
                  <c:v>378</c:v>
                </c:pt>
                <c:pt idx="191">
                  <c:v>380</c:v>
                </c:pt>
                <c:pt idx="192">
                  <c:v>382</c:v>
                </c:pt>
                <c:pt idx="193">
                  <c:v>384</c:v>
                </c:pt>
                <c:pt idx="194">
                  <c:v>386</c:v>
                </c:pt>
                <c:pt idx="195">
                  <c:v>388</c:v>
                </c:pt>
                <c:pt idx="196">
                  <c:v>390</c:v>
                </c:pt>
                <c:pt idx="197">
                  <c:v>392</c:v>
                </c:pt>
                <c:pt idx="198">
                  <c:v>394</c:v>
                </c:pt>
                <c:pt idx="199">
                  <c:v>396</c:v>
                </c:pt>
                <c:pt idx="200">
                  <c:v>398</c:v>
                </c:pt>
                <c:pt idx="201">
                  <c:v>400</c:v>
                </c:pt>
                <c:pt idx="202">
                  <c:v>402</c:v>
                </c:pt>
                <c:pt idx="203">
                  <c:v>404</c:v>
                </c:pt>
                <c:pt idx="204">
                  <c:v>406</c:v>
                </c:pt>
                <c:pt idx="205">
                  <c:v>408</c:v>
                </c:pt>
                <c:pt idx="206">
                  <c:v>410</c:v>
                </c:pt>
                <c:pt idx="207">
                  <c:v>412</c:v>
                </c:pt>
                <c:pt idx="208">
                  <c:v>414</c:v>
                </c:pt>
                <c:pt idx="209">
                  <c:v>416</c:v>
                </c:pt>
                <c:pt idx="210">
                  <c:v>418</c:v>
                </c:pt>
                <c:pt idx="211">
                  <c:v>420</c:v>
                </c:pt>
                <c:pt idx="212">
                  <c:v>422</c:v>
                </c:pt>
                <c:pt idx="213">
                  <c:v>424</c:v>
                </c:pt>
                <c:pt idx="214">
                  <c:v>426</c:v>
                </c:pt>
                <c:pt idx="215">
                  <c:v>428</c:v>
                </c:pt>
                <c:pt idx="216">
                  <c:v>429</c:v>
                </c:pt>
                <c:pt idx="217">
                  <c:v>430</c:v>
                </c:pt>
                <c:pt idx="218">
                  <c:v>432</c:v>
                </c:pt>
                <c:pt idx="219">
                  <c:v>434</c:v>
                </c:pt>
                <c:pt idx="220">
                  <c:v>436</c:v>
                </c:pt>
                <c:pt idx="221">
                  <c:v>438</c:v>
                </c:pt>
                <c:pt idx="222">
                  <c:v>440</c:v>
                </c:pt>
                <c:pt idx="223">
                  <c:v>442</c:v>
                </c:pt>
                <c:pt idx="224">
                  <c:v>444</c:v>
                </c:pt>
                <c:pt idx="225">
                  <c:v>446</c:v>
                </c:pt>
                <c:pt idx="226">
                  <c:v>448</c:v>
                </c:pt>
                <c:pt idx="227">
                  <c:v>450</c:v>
                </c:pt>
                <c:pt idx="228">
                  <c:v>452</c:v>
                </c:pt>
                <c:pt idx="229">
                  <c:v>454</c:v>
                </c:pt>
                <c:pt idx="230">
                  <c:v>456</c:v>
                </c:pt>
                <c:pt idx="231">
                  <c:v>458</c:v>
                </c:pt>
                <c:pt idx="232">
                  <c:v>460</c:v>
                </c:pt>
                <c:pt idx="233">
                  <c:v>462</c:v>
                </c:pt>
                <c:pt idx="234">
                  <c:v>464</c:v>
                </c:pt>
                <c:pt idx="235">
                  <c:v>466</c:v>
                </c:pt>
                <c:pt idx="236">
                  <c:v>468</c:v>
                </c:pt>
                <c:pt idx="237">
                  <c:v>470</c:v>
                </c:pt>
                <c:pt idx="238">
                  <c:v>472</c:v>
                </c:pt>
                <c:pt idx="239">
                  <c:v>474</c:v>
                </c:pt>
                <c:pt idx="240">
                  <c:v>476</c:v>
                </c:pt>
                <c:pt idx="241">
                  <c:v>478</c:v>
                </c:pt>
                <c:pt idx="242">
                  <c:v>480</c:v>
                </c:pt>
                <c:pt idx="243">
                  <c:v>482</c:v>
                </c:pt>
                <c:pt idx="244">
                  <c:v>484</c:v>
                </c:pt>
                <c:pt idx="245">
                  <c:v>486</c:v>
                </c:pt>
                <c:pt idx="246">
                  <c:v>488</c:v>
                </c:pt>
                <c:pt idx="247">
                  <c:v>490</c:v>
                </c:pt>
                <c:pt idx="248">
                  <c:v>492</c:v>
                </c:pt>
                <c:pt idx="249">
                  <c:v>494</c:v>
                </c:pt>
                <c:pt idx="250">
                  <c:v>496</c:v>
                </c:pt>
                <c:pt idx="251">
                  <c:v>498</c:v>
                </c:pt>
                <c:pt idx="252">
                  <c:v>500</c:v>
                </c:pt>
                <c:pt idx="253">
                  <c:v>502</c:v>
                </c:pt>
                <c:pt idx="254">
                  <c:v>504</c:v>
                </c:pt>
                <c:pt idx="255">
                  <c:v>506</c:v>
                </c:pt>
                <c:pt idx="256">
                  <c:v>508</c:v>
                </c:pt>
                <c:pt idx="257">
                  <c:v>510</c:v>
                </c:pt>
                <c:pt idx="258">
                  <c:v>512</c:v>
                </c:pt>
                <c:pt idx="259">
                  <c:v>514</c:v>
                </c:pt>
                <c:pt idx="260">
                  <c:v>516</c:v>
                </c:pt>
                <c:pt idx="261">
                  <c:v>518</c:v>
                </c:pt>
                <c:pt idx="262">
                  <c:v>520</c:v>
                </c:pt>
                <c:pt idx="263">
                  <c:v>522</c:v>
                </c:pt>
                <c:pt idx="264">
                  <c:v>524</c:v>
                </c:pt>
                <c:pt idx="265">
                  <c:v>526</c:v>
                </c:pt>
                <c:pt idx="266">
                  <c:v>528</c:v>
                </c:pt>
                <c:pt idx="267">
                  <c:v>530</c:v>
                </c:pt>
                <c:pt idx="268">
                  <c:v>532</c:v>
                </c:pt>
                <c:pt idx="269">
                  <c:v>534</c:v>
                </c:pt>
                <c:pt idx="270">
                  <c:v>536</c:v>
                </c:pt>
                <c:pt idx="271">
                  <c:v>538</c:v>
                </c:pt>
                <c:pt idx="272">
                  <c:v>540</c:v>
                </c:pt>
                <c:pt idx="273">
                  <c:v>542</c:v>
                </c:pt>
                <c:pt idx="274">
                  <c:v>544</c:v>
                </c:pt>
                <c:pt idx="275">
                  <c:v>546</c:v>
                </c:pt>
                <c:pt idx="276">
                  <c:v>548</c:v>
                </c:pt>
                <c:pt idx="277">
                  <c:v>550</c:v>
                </c:pt>
                <c:pt idx="278">
                  <c:v>552</c:v>
                </c:pt>
                <c:pt idx="279">
                  <c:v>554</c:v>
                </c:pt>
                <c:pt idx="280">
                  <c:v>556</c:v>
                </c:pt>
                <c:pt idx="281">
                  <c:v>558</c:v>
                </c:pt>
                <c:pt idx="282">
                  <c:v>560</c:v>
                </c:pt>
                <c:pt idx="283">
                  <c:v>562</c:v>
                </c:pt>
                <c:pt idx="284">
                  <c:v>564</c:v>
                </c:pt>
                <c:pt idx="285">
                  <c:v>566</c:v>
                </c:pt>
                <c:pt idx="286">
                  <c:v>568</c:v>
                </c:pt>
                <c:pt idx="287">
                  <c:v>570</c:v>
                </c:pt>
                <c:pt idx="288">
                  <c:v>572</c:v>
                </c:pt>
                <c:pt idx="289">
                  <c:v>574</c:v>
                </c:pt>
                <c:pt idx="290">
                  <c:v>576</c:v>
                </c:pt>
                <c:pt idx="291">
                  <c:v>578</c:v>
                </c:pt>
                <c:pt idx="292">
                  <c:v>580</c:v>
                </c:pt>
                <c:pt idx="293">
                  <c:v>582</c:v>
                </c:pt>
                <c:pt idx="294">
                  <c:v>584</c:v>
                </c:pt>
                <c:pt idx="295">
                  <c:v>586</c:v>
                </c:pt>
                <c:pt idx="296">
                  <c:v>588</c:v>
                </c:pt>
                <c:pt idx="297">
                  <c:v>590</c:v>
                </c:pt>
                <c:pt idx="298">
                  <c:v>592</c:v>
                </c:pt>
                <c:pt idx="299">
                  <c:v>594</c:v>
                </c:pt>
                <c:pt idx="300">
                  <c:v>596</c:v>
                </c:pt>
                <c:pt idx="301">
                  <c:v>598</c:v>
                </c:pt>
              </c:numCache>
            </c:numRef>
          </c:xVal>
          <c:yVal>
            <c:numRef>
              <c:f>Sheet1!$B$2:$B$303</c:f>
              <c:numCache>
                <c:formatCode>General</c:formatCode>
                <c:ptCount val="302"/>
                <c:pt idx="0">
                  <c:v>6</c:v>
                </c:pt>
                <c:pt idx="1">
                  <c:v>6</c:v>
                </c:pt>
                <c:pt idx="2">
                  <c:v>6</c:v>
                </c:pt>
                <c:pt idx="3">
                  <c:v>6</c:v>
                </c:pt>
                <c:pt idx="4">
                  <c:v>6</c:v>
                </c:pt>
                <c:pt idx="5">
                  <c:v>6</c:v>
                </c:pt>
                <c:pt idx="6">
                  <c:v>6</c:v>
                </c:pt>
                <c:pt idx="7">
                  <c:v>6</c:v>
                </c:pt>
                <c:pt idx="8">
                  <c:v>6</c:v>
                </c:pt>
                <c:pt idx="9">
                  <c:v>6</c:v>
                </c:pt>
                <c:pt idx="10">
                  <c:v>6</c:v>
                </c:pt>
                <c:pt idx="11">
                  <c:v>6</c:v>
                </c:pt>
                <c:pt idx="12">
                  <c:v>6</c:v>
                </c:pt>
                <c:pt idx="13">
                  <c:v>6</c:v>
                </c:pt>
                <c:pt idx="14">
                  <c:v>6</c:v>
                </c:pt>
                <c:pt idx="15">
                  <c:v>6</c:v>
                </c:pt>
                <c:pt idx="16">
                  <c:v>6</c:v>
                </c:pt>
                <c:pt idx="17">
                  <c:v>6</c:v>
                </c:pt>
                <c:pt idx="18">
                  <c:v>6</c:v>
                </c:pt>
                <c:pt idx="19">
                  <c:v>6</c:v>
                </c:pt>
                <c:pt idx="20">
                  <c:v>6</c:v>
                </c:pt>
                <c:pt idx="21">
                  <c:v>6</c:v>
                </c:pt>
                <c:pt idx="22">
                  <c:v>6</c:v>
                </c:pt>
                <c:pt idx="23">
                  <c:v>6</c:v>
                </c:pt>
                <c:pt idx="24">
                  <c:v>6</c:v>
                </c:pt>
                <c:pt idx="25">
                  <c:v>6</c:v>
                </c:pt>
                <c:pt idx="26">
                  <c:v>6</c:v>
                </c:pt>
                <c:pt idx="27">
                  <c:v>6</c:v>
                </c:pt>
                <c:pt idx="28">
                  <c:v>6</c:v>
                </c:pt>
                <c:pt idx="29">
                  <c:v>6</c:v>
                </c:pt>
                <c:pt idx="30">
                  <c:v>6</c:v>
                </c:pt>
                <c:pt idx="31">
                  <c:v>6</c:v>
                </c:pt>
                <c:pt idx="32">
                  <c:v>6</c:v>
                </c:pt>
                <c:pt idx="33">
                  <c:v>6</c:v>
                </c:pt>
                <c:pt idx="34">
                  <c:v>6</c:v>
                </c:pt>
                <c:pt idx="35">
                  <c:v>6</c:v>
                </c:pt>
                <c:pt idx="36">
                  <c:v>6</c:v>
                </c:pt>
                <c:pt idx="37">
                  <c:v>6</c:v>
                </c:pt>
                <c:pt idx="38">
                  <c:v>6</c:v>
                </c:pt>
                <c:pt idx="39">
                  <c:v>6</c:v>
                </c:pt>
                <c:pt idx="40">
                  <c:v>6</c:v>
                </c:pt>
                <c:pt idx="41">
                  <c:v>6</c:v>
                </c:pt>
                <c:pt idx="42">
                  <c:v>6</c:v>
                </c:pt>
                <c:pt idx="43">
                  <c:v>6</c:v>
                </c:pt>
                <c:pt idx="44">
                  <c:v>6</c:v>
                </c:pt>
                <c:pt idx="45">
                  <c:v>6</c:v>
                </c:pt>
                <c:pt idx="46">
                  <c:v>6</c:v>
                </c:pt>
                <c:pt idx="47">
                  <c:v>6</c:v>
                </c:pt>
                <c:pt idx="48">
                  <c:v>6</c:v>
                </c:pt>
                <c:pt idx="49">
                  <c:v>6</c:v>
                </c:pt>
                <c:pt idx="50">
                  <c:v>6</c:v>
                </c:pt>
                <c:pt idx="51">
                  <c:v>6</c:v>
                </c:pt>
                <c:pt idx="52">
                  <c:v>6</c:v>
                </c:pt>
                <c:pt idx="53">
                  <c:v>6</c:v>
                </c:pt>
                <c:pt idx="54">
                  <c:v>6</c:v>
                </c:pt>
                <c:pt idx="55">
                  <c:v>6</c:v>
                </c:pt>
                <c:pt idx="56">
                  <c:v>6</c:v>
                </c:pt>
                <c:pt idx="57">
                  <c:v>6</c:v>
                </c:pt>
                <c:pt idx="58">
                  <c:v>6</c:v>
                </c:pt>
                <c:pt idx="59">
                  <c:v>6</c:v>
                </c:pt>
                <c:pt idx="60">
                  <c:v>6</c:v>
                </c:pt>
                <c:pt idx="61">
                  <c:v>6</c:v>
                </c:pt>
                <c:pt idx="62">
                  <c:v>6</c:v>
                </c:pt>
                <c:pt idx="63">
                  <c:v>6</c:v>
                </c:pt>
                <c:pt idx="64">
                  <c:v>6</c:v>
                </c:pt>
                <c:pt idx="65">
                  <c:v>6</c:v>
                </c:pt>
                <c:pt idx="66">
                  <c:v>6</c:v>
                </c:pt>
                <c:pt idx="67">
                  <c:v>6</c:v>
                </c:pt>
                <c:pt idx="68">
                  <c:v>6</c:v>
                </c:pt>
                <c:pt idx="69">
                  <c:v>6</c:v>
                </c:pt>
                <c:pt idx="70">
                  <c:v>6</c:v>
                </c:pt>
                <c:pt idx="71">
                  <c:v>6</c:v>
                </c:pt>
                <c:pt idx="72">
                  <c:v>6</c:v>
                </c:pt>
                <c:pt idx="73">
                  <c:v>6</c:v>
                </c:pt>
                <c:pt idx="74">
                  <c:v>6</c:v>
                </c:pt>
                <c:pt idx="75">
                  <c:v>6</c:v>
                </c:pt>
                <c:pt idx="76">
                  <c:v>6</c:v>
                </c:pt>
                <c:pt idx="77">
                  <c:v>6</c:v>
                </c:pt>
                <c:pt idx="78">
                  <c:v>6</c:v>
                </c:pt>
                <c:pt idx="79">
                  <c:v>6</c:v>
                </c:pt>
                <c:pt idx="80">
                  <c:v>6</c:v>
                </c:pt>
                <c:pt idx="81">
                  <c:v>6</c:v>
                </c:pt>
                <c:pt idx="82">
                  <c:v>6</c:v>
                </c:pt>
                <c:pt idx="83">
                  <c:v>6</c:v>
                </c:pt>
                <c:pt idx="84">
                  <c:v>6</c:v>
                </c:pt>
                <c:pt idx="85">
                  <c:v>6</c:v>
                </c:pt>
                <c:pt idx="86">
                  <c:v>6</c:v>
                </c:pt>
                <c:pt idx="87">
                  <c:v>6</c:v>
                </c:pt>
                <c:pt idx="88">
                  <c:v>6</c:v>
                </c:pt>
                <c:pt idx="89">
                  <c:v>6</c:v>
                </c:pt>
                <c:pt idx="90">
                  <c:v>6</c:v>
                </c:pt>
                <c:pt idx="91">
                  <c:v>6</c:v>
                </c:pt>
                <c:pt idx="92">
                  <c:v>6</c:v>
                </c:pt>
                <c:pt idx="93">
                  <c:v>6</c:v>
                </c:pt>
                <c:pt idx="94">
                  <c:v>6</c:v>
                </c:pt>
                <c:pt idx="95">
                  <c:v>6</c:v>
                </c:pt>
                <c:pt idx="96">
                  <c:v>6</c:v>
                </c:pt>
                <c:pt idx="97">
                  <c:v>6</c:v>
                </c:pt>
                <c:pt idx="98">
                  <c:v>6</c:v>
                </c:pt>
                <c:pt idx="99">
                  <c:v>6</c:v>
                </c:pt>
                <c:pt idx="100">
                  <c:v>6</c:v>
                </c:pt>
                <c:pt idx="101">
                  <c:v>6</c:v>
                </c:pt>
                <c:pt idx="102">
                  <c:v>40</c:v>
                </c:pt>
                <c:pt idx="103">
                  <c:v>40</c:v>
                </c:pt>
                <c:pt idx="104">
                  <c:v>40</c:v>
                </c:pt>
                <c:pt idx="105">
                  <c:v>40</c:v>
                </c:pt>
                <c:pt idx="106">
                  <c:v>40</c:v>
                </c:pt>
                <c:pt idx="107">
                  <c:v>40</c:v>
                </c:pt>
                <c:pt idx="108">
                  <c:v>40</c:v>
                </c:pt>
                <c:pt idx="109">
                  <c:v>40</c:v>
                </c:pt>
                <c:pt idx="110">
                  <c:v>40</c:v>
                </c:pt>
                <c:pt idx="111">
                  <c:v>40</c:v>
                </c:pt>
                <c:pt idx="112">
                  <c:v>6</c:v>
                </c:pt>
                <c:pt idx="113">
                  <c:v>6</c:v>
                </c:pt>
                <c:pt idx="114">
                  <c:v>6</c:v>
                </c:pt>
                <c:pt idx="115">
                  <c:v>6</c:v>
                </c:pt>
                <c:pt idx="116">
                  <c:v>6</c:v>
                </c:pt>
                <c:pt idx="117">
                  <c:v>6</c:v>
                </c:pt>
                <c:pt idx="118">
                  <c:v>6</c:v>
                </c:pt>
                <c:pt idx="119">
                  <c:v>6</c:v>
                </c:pt>
                <c:pt idx="120">
                  <c:v>6</c:v>
                </c:pt>
                <c:pt idx="121">
                  <c:v>6</c:v>
                </c:pt>
                <c:pt idx="122">
                  <c:v>6</c:v>
                </c:pt>
                <c:pt idx="123">
                  <c:v>6</c:v>
                </c:pt>
                <c:pt idx="124">
                  <c:v>6</c:v>
                </c:pt>
                <c:pt idx="125">
                  <c:v>6</c:v>
                </c:pt>
                <c:pt idx="126">
                  <c:v>6</c:v>
                </c:pt>
                <c:pt idx="127">
                  <c:v>6</c:v>
                </c:pt>
                <c:pt idx="128">
                  <c:v>6</c:v>
                </c:pt>
                <c:pt idx="129">
                  <c:v>6</c:v>
                </c:pt>
                <c:pt idx="130">
                  <c:v>6</c:v>
                </c:pt>
                <c:pt idx="131">
                  <c:v>6</c:v>
                </c:pt>
                <c:pt idx="132">
                  <c:v>6</c:v>
                </c:pt>
                <c:pt idx="133">
                  <c:v>6</c:v>
                </c:pt>
                <c:pt idx="134">
                  <c:v>6</c:v>
                </c:pt>
                <c:pt idx="135">
                  <c:v>6</c:v>
                </c:pt>
                <c:pt idx="136">
                  <c:v>6</c:v>
                </c:pt>
                <c:pt idx="137">
                  <c:v>6</c:v>
                </c:pt>
                <c:pt idx="138">
                  <c:v>6</c:v>
                </c:pt>
                <c:pt idx="139">
                  <c:v>6</c:v>
                </c:pt>
                <c:pt idx="140">
                  <c:v>6</c:v>
                </c:pt>
                <c:pt idx="141">
                  <c:v>6</c:v>
                </c:pt>
                <c:pt idx="142">
                  <c:v>6</c:v>
                </c:pt>
                <c:pt idx="143">
                  <c:v>6</c:v>
                </c:pt>
                <c:pt idx="144">
                  <c:v>6</c:v>
                </c:pt>
                <c:pt idx="145">
                  <c:v>6</c:v>
                </c:pt>
                <c:pt idx="146">
                  <c:v>6</c:v>
                </c:pt>
                <c:pt idx="147">
                  <c:v>6</c:v>
                </c:pt>
                <c:pt idx="148">
                  <c:v>6</c:v>
                </c:pt>
                <c:pt idx="149">
                  <c:v>6</c:v>
                </c:pt>
                <c:pt idx="150">
                  <c:v>6</c:v>
                </c:pt>
                <c:pt idx="151">
                  <c:v>6</c:v>
                </c:pt>
                <c:pt idx="152">
                  <c:v>6</c:v>
                </c:pt>
                <c:pt idx="153">
                  <c:v>6</c:v>
                </c:pt>
                <c:pt idx="154">
                  <c:v>6</c:v>
                </c:pt>
                <c:pt idx="155">
                  <c:v>6</c:v>
                </c:pt>
                <c:pt idx="156">
                  <c:v>6</c:v>
                </c:pt>
                <c:pt idx="157">
                  <c:v>6</c:v>
                </c:pt>
                <c:pt idx="158">
                  <c:v>6</c:v>
                </c:pt>
                <c:pt idx="159">
                  <c:v>6</c:v>
                </c:pt>
                <c:pt idx="160">
                  <c:v>6</c:v>
                </c:pt>
                <c:pt idx="161">
                  <c:v>6</c:v>
                </c:pt>
                <c:pt idx="162">
                  <c:v>6</c:v>
                </c:pt>
                <c:pt idx="163">
                  <c:v>6</c:v>
                </c:pt>
                <c:pt idx="164">
                  <c:v>6</c:v>
                </c:pt>
                <c:pt idx="165">
                  <c:v>6</c:v>
                </c:pt>
                <c:pt idx="166">
                  <c:v>6</c:v>
                </c:pt>
                <c:pt idx="167">
                  <c:v>6</c:v>
                </c:pt>
                <c:pt idx="168">
                  <c:v>6</c:v>
                </c:pt>
                <c:pt idx="169">
                  <c:v>6</c:v>
                </c:pt>
                <c:pt idx="170">
                  <c:v>6</c:v>
                </c:pt>
                <c:pt idx="171">
                  <c:v>6</c:v>
                </c:pt>
                <c:pt idx="172">
                  <c:v>6</c:v>
                </c:pt>
                <c:pt idx="173">
                  <c:v>6</c:v>
                </c:pt>
                <c:pt idx="174">
                  <c:v>6</c:v>
                </c:pt>
                <c:pt idx="175">
                  <c:v>6</c:v>
                </c:pt>
                <c:pt idx="176">
                  <c:v>6</c:v>
                </c:pt>
                <c:pt idx="177">
                  <c:v>6</c:v>
                </c:pt>
                <c:pt idx="178">
                  <c:v>6</c:v>
                </c:pt>
                <c:pt idx="179">
                  <c:v>6</c:v>
                </c:pt>
                <c:pt idx="180">
                  <c:v>6</c:v>
                </c:pt>
                <c:pt idx="181">
                  <c:v>6</c:v>
                </c:pt>
                <c:pt idx="182">
                  <c:v>6</c:v>
                </c:pt>
                <c:pt idx="183">
                  <c:v>6</c:v>
                </c:pt>
                <c:pt idx="184">
                  <c:v>6</c:v>
                </c:pt>
                <c:pt idx="185">
                  <c:v>6</c:v>
                </c:pt>
                <c:pt idx="186">
                  <c:v>6</c:v>
                </c:pt>
                <c:pt idx="187">
                  <c:v>6</c:v>
                </c:pt>
                <c:pt idx="188">
                  <c:v>6</c:v>
                </c:pt>
                <c:pt idx="189">
                  <c:v>6</c:v>
                </c:pt>
                <c:pt idx="190">
                  <c:v>6</c:v>
                </c:pt>
                <c:pt idx="191">
                  <c:v>6</c:v>
                </c:pt>
                <c:pt idx="192">
                  <c:v>6</c:v>
                </c:pt>
                <c:pt idx="193">
                  <c:v>6</c:v>
                </c:pt>
                <c:pt idx="194">
                  <c:v>6</c:v>
                </c:pt>
                <c:pt idx="195">
                  <c:v>6</c:v>
                </c:pt>
                <c:pt idx="196">
                  <c:v>6</c:v>
                </c:pt>
                <c:pt idx="197">
                  <c:v>6</c:v>
                </c:pt>
                <c:pt idx="198">
                  <c:v>6</c:v>
                </c:pt>
                <c:pt idx="199">
                  <c:v>6</c:v>
                </c:pt>
                <c:pt idx="200">
                  <c:v>6</c:v>
                </c:pt>
                <c:pt idx="201">
                  <c:v>6</c:v>
                </c:pt>
                <c:pt idx="202">
                  <c:v>6</c:v>
                </c:pt>
                <c:pt idx="203">
                  <c:v>6</c:v>
                </c:pt>
                <c:pt idx="204">
                  <c:v>6</c:v>
                </c:pt>
                <c:pt idx="205">
                  <c:v>6</c:v>
                </c:pt>
                <c:pt idx="206">
                  <c:v>6</c:v>
                </c:pt>
                <c:pt idx="207">
                  <c:v>6</c:v>
                </c:pt>
                <c:pt idx="208">
                  <c:v>6</c:v>
                </c:pt>
                <c:pt idx="209">
                  <c:v>6</c:v>
                </c:pt>
                <c:pt idx="210">
                  <c:v>6</c:v>
                </c:pt>
                <c:pt idx="211">
                  <c:v>6</c:v>
                </c:pt>
                <c:pt idx="212">
                  <c:v>6</c:v>
                </c:pt>
                <c:pt idx="213">
                  <c:v>6</c:v>
                </c:pt>
                <c:pt idx="214">
                  <c:v>6</c:v>
                </c:pt>
                <c:pt idx="215">
                  <c:v>6</c:v>
                </c:pt>
                <c:pt idx="216">
                  <c:v>6</c:v>
                </c:pt>
                <c:pt idx="217">
                  <c:v>6</c:v>
                </c:pt>
                <c:pt idx="218">
                  <c:v>6</c:v>
                </c:pt>
                <c:pt idx="219">
                  <c:v>6</c:v>
                </c:pt>
                <c:pt idx="220">
                  <c:v>6</c:v>
                </c:pt>
                <c:pt idx="221">
                  <c:v>6</c:v>
                </c:pt>
                <c:pt idx="222">
                  <c:v>6</c:v>
                </c:pt>
                <c:pt idx="223">
                  <c:v>6</c:v>
                </c:pt>
                <c:pt idx="224">
                  <c:v>6</c:v>
                </c:pt>
                <c:pt idx="225">
                  <c:v>6</c:v>
                </c:pt>
                <c:pt idx="226">
                  <c:v>6</c:v>
                </c:pt>
                <c:pt idx="227">
                  <c:v>6</c:v>
                </c:pt>
                <c:pt idx="228">
                  <c:v>6</c:v>
                </c:pt>
                <c:pt idx="229">
                  <c:v>6</c:v>
                </c:pt>
                <c:pt idx="230">
                  <c:v>6</c:v>
                </c:pt>
                <c:pt idx="231">
                  <c:v>6</c:v>
                </c:pt>
                <c:pt idx="232">
                  <c:v>6</c:v>
                </c:pt>
                <c:pt idx="233">
                  <c:v>6</c:v>
                </c:pt>
                <c:pt idx="234">
                  <c:v>6</c:v>
                </c:pt>
                <c:pt idx="235">
                  <c:v>6</c:v>
                </c:pt>
                <c:pt idx="236">
                  <c:v>6</c:v>
                </c:pt>
                <c:pt idx="237">
                  <c:v>6</c:v>
                </c:pt>
                <c:pt idx="238">
                  <c:v>6</c:v>
                </c:pt>
                <c:pt idx="239">
                  <c:v>6</c:v>
                </c:pt>
                <c:pt idx="240">
                  <c:v>6</c:v>
                </c:pt>
                <c:pt idx="241">
                  <c:v>6</c:v>
                </c:pt>
                <c:pt idx="242">
                  <c:v>6</c:v>
                </c:pt>
                <c:pt idx="243">
                  <c:v>6</c:v>
                </c:pt>
                <c:pt idx="244">
                  <c:v>6</c:v>
                </c:pt>
                <c:pt idx="245">
                  <c:v>6</c:v>
                </c:pt>
                <c:pt idx="246">
                  <c:v>6</c:v>
                </c:pt>
                <c:pt idx="247">
                  <c:v>6</c:v>
                </c:pt>
                <c:pt idx="248">
                  <c:v>6</c:v>
                </c:pt>
                <c:pt idx="249">
                  <c:v>6</c:v>
                </c:pt>
                <c:pt idx="250">
                  <c:v>6</c:v>
                </c:pt>
                <c:pt idx="251">
                  <c:v>6</c:v>
                </c:pt>
                <c:pt idx="252">
                  <c:v>6</c:v>
                </c:pt>
                <c:pt idx="253">
                  <c:v>6</c:v>
                </c:pt>
                <c:pt idx="254">
                  <c:v>6</c:v>
                </c:pt>
                <c:pt idx="255">
                  <c:v>6</c:v>
                </c:pt>
                <c:pt idx="256">
                  <c:v>6</c:v>
                </c:pt>
                <c:pt idx="257">
                  <c:v>6</c:v>
                </c:pt>
                <c:pt idx="258">
                  <c:v>6</c:v>
                </c:pt>
                <c:pt idx="259">
                  <c:v>6</c:v>
                </c:pt>
                <c:pt idx="260">
                  <c:v>6</c:v>
                </c:pt>
                <c:pt idx="261">
                  <c:v>6</c:v>
                </c:pt>
                <c:pt idx="262">
                  <c:v>6</c:v>
                </c:pt>
                <c:pt idx="263">
                  <c:v>6</c:v>
                </c:pt>
                <c:pt idx="264">
                  <c:v>6</c:v>
                </c:pt>
                <c:pt idx="265">
                  <c:v>6</c:v>
                </c:pt>
                <c:pt idx="266">
                  <c:v>6</c:v>
                </c:pt>
                <c:pt idx="267">
                  <c:v>6</c:v>
                </c:pt>
                <c:pt idx="268">
                  <c:v>6</c:v>
                </c:pt>
                <c:pt idx="269">
                  <c:v>6</c:v>
                </c:pt>
                <c:pt idx="270">
                  <c:v>6</c:v>
                </c:pt>
                <c:pt idx="271">
                  <c:v>6</c:v>
                </c:pt>
                <c:pt idx="272">
                  <c:v>6</c:v>
                </c:pt>
                <c:pt idx="273">
                  <c:v>6</c:v>
                </c:pt>
                <c:pt idx="274">
                  <c:v>6</c:v>
                </c:pt>
                <c:pt idx="275">
                  <c:v>6</c:v>
                </c:pt>
                <c:pt idx="276">
                  <c:v>6</c:v>
                </c:pt>
                <c:pt idx="277">
                  <c:v>6</c:v>
                </c:pt>
                <c:pt idx="278">
                  <c:v>6</c:v>
                </c:pt>
                <c:pt idx="279">
                  <c:v>6</c:v>
                </c:pt>
                <c:pt idx="280">
                  <c:v>6</c:v>
                </c:pt>
                <c:pt idx="281">
                  <c:v>6</c:v>
                </c:pt>
                <c:pt idx="282">
                  <c:v>6</c:v>
                </c:pt>
                <c:pt idx="283">
                  <c:v>6</c:v>
                </c:pt>
                <c:pt idx="284">
                  <c:v>6</c:v>
                </c:pt>
                <c:pt idx="285">
                  <c:v>6</c:v>
                </c:pt>
                <c:pt idx="286">
                  <c:v>6</c:v>
                </c:pt>
                <c:pt idx="287">
                  <c:v>6</c:v>
                </c:pt>
                <c:pt idx="288">
                  <c:v>6</c:v>
                </c:pt>
                <c:pt idx="289">
                  <c:v>6</c:v>
                </c:pt>
                <c:pt idx="290">
                  <c:v>6</c:v>
                </c:pt>
                <c:pt idx="291">
                  <c:v>6</c:v>
                </c:pt>
                <c:pt idx="292">
                  <c:v>6</c:v>
                </c:pt>
                <c:pt idx="293">
                  <c:v>6</c:v>
                </c:pt>
                <c:pt idx="294">
                  <c:v>6</c:v>
                </c:pt>
                <c:pt idx="295">
                  <c:v>6</c:v>
                </c:pt>
                <c:pt idx="296">
                  <c:v>6</c:v>
                </c:pt>
                <c:pt idx="297">
                  <c:v>6</c:v>
                </c:pt>
                <c:pt idx="298">
                  <c:v>6</c:v>
                </c:pt>
                <c:pt idx="299">
                  <c:v>6</c:v>
                </c:pt>
                <c:pt idx="300">
                  <c:v>6</c:v>
                </c:pt>
                <c:pt idx="301">
                  <c:v>6</c:v>
                </c:pt>
              </c:numCache>
            </c:numRef>
          </c:yVal>
          <c:smooth val="0"/>
        </c:ser>
        <c:ser>
          <c:idx val="1"/>
          <c:order val="1"/>
          <c:tx>
            <c:strRef>
              <c:f>Sheet1!$C$1</c:f>
              <c:strCache>
                <c:ptCount val="1"/>
                <c:pt idx="0">
                  <c:v>Current monitor output</c:v>
                </c:pt>
              </c:strCache>
            </c:strRef>
          </c:tx>
          <c:spPr>
            <a:solidFill>
              <a:srgbClr val="0F766E"/>
            </a:solidFill>
            <a:ln w="25400" cap="flat">
              <a:solidFill>
                <a:srgbClr val="0F766E"/>
              </a:solidFill>
              <a:prstDash val="solid"/>
              <a:round/>
            </a:ln>
            <a:effectLst/>
          </c:spPr>
          <c:marker>
            <c:symbol val="none"/>
            <c:size val="6"/>
            <c:spPr>
              <a:solidFill>
                <a:srgbClr val="0F766E"/>
              </a:solidFill>
              <a:ln w="9525" cap="flat">
                <a:solidFill>
                  <a:srgbClr val="0F766E"/>
                </a:solidFill>
                <a:prstDash val="solid"/>
                <a:round/>
              </a:ln>
              <a:effectLst/>
            </c:spPr>
          </c:marker>
          <c:xVal>
            <c:numRef>
              <c:f>Sheet1!$A$2:$A$303</c:f>
              <c:numCache>
                <c:formatCode>General</c:formatCode>
                <c:ptCount val="302"/>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163</c:v>
                </c:pt>
                <c:pt idx="83">
                  <c:v>164</c:v>
                </c:pt>
                <c:pt idx="84">
                  <c:v>166</c:v>
                </c:pt>
                <c:pt idx="85">
                  <c:v>168</c:v>
                </c:pt>
                <c:pt idx="86">
                  <c:v>170</c:v>
                </c:pt>
                <c:pt idx="87">
                  <c:v>172</c:v>
                </c:pt>
                <c:pt idx="88">
                  <c:v>174</c:v>
                </c:pt>
                <c:pt idx="89">
                  <c:v>176</c:v>
                </c:pt>
                <c:pt idx="90">
                  <c:v>178</c:v>
                </c:pt>
                <c:pt idx="91">
                  <c:v>180</c:v>
                </c:pt>
                <c:pt idx="92">
                  <c:v>182</c:v>
                </c:pt>
                <c:pt idx="93">
                  <c:v>184</c:v>
                </c:pt>
                <c:pt idx="94">
                  <c:v>186</c:v>
                </c:pt>
                <c:pt idx="95">
                  <c:v>188</c:v>
                </c:pt>
                <c:pt idx="96">
                  <c:v>190</c:v>
                </c:pt>
                <c:pt idx="97">
                  <c:v>192</c:v>
                </c:pt>
                <c:pt idx="98">
                  <c:v>194</c:v>
                </c:pt>
                <c:pt idx="99">
                  <c:v>196</c:v>
                </c:pt>
                <c:pt idx="100">
                  <c:v>198</c:v>
                </c:pt>
                <c:pt idx="101">
                  <c:v>200</c:v>
                </c:pt>
                <c:pt idx="102">
                  <c:v>202</c:v>
                </c:pt>
                <c:pt idx="103">
                  <c:v>204</c:v>
                </c:pt>
                <c:pt idx="104">
                  <c:v>206</c:v>
                </c:pt>
                <c:pt idx="105">
                  <c:v>208</c:v>
                </c:pt>
                <c:pt idx="106">
                  <c:v>210</c:v>
                </c:pt>
                <c:pt idx="107">
                  <c:v>212</c:v>
                </c:pt>
                <c:pt idx="108">
                  <c:v>214</c:v>
                </c:pt>
                <c:pt idx="109">
                  <c:v>216</c:v>
                </c:pt>
                <c:pt idx="110">
                  <c:v>218</c:v>
                </c:pt>
                <c:pt idx="111">
                  <c:v>220</c:v>
                </c:pt>
                <c:pt idx="112">
                  <c:v>222</c:v>
                </c:pt>
                <c:pt idx="113">
                  <c:v>224</c:v>
                </c:pt>
                <c:pt idx="114">
                  <c:v>226</c:v>
                </c:pt>
                <c:pt idx="115">
                  <c:v>228</c:v>
                </c:pt>
                <c:pt idx="116">
                  <c:v>230</c:v>
                </c:pt>
                <c:pt idx="117">
                  <c:v>232</c:v>
                </c:pt>
                <c:pt idx="118">
                  <c:v>234</c:v>
                </c:pt>
                <c:pt idx="119">
                  <c:v>236</c:v>
                </c:pt>
                <c:pt idx="120">
                  <c:v>238</c:v>
                </c:pt>
                <c:pt idx="121">
                  <c:v>240</c:v>
                </c:pt>
                <c:pt idx="122">
                  <c:v>242</c:v>
                </c:pt>
                <c:pt idx="123">
                  <c:v>244</c:v>
                </c:pt>
                <c:pt idx="124">
                  <c:v>246</c:v>
                </c:pt>
                <c:pt idx="125">
                  <c:v>248</c:v>
                </c:pt>
                <c:pt idx="126">
                  <c:v>250</c:v>
                </c:pt>
                <c:pt idx="127">
                  <c:v>252</c:v>
                </c:pt>
                <c:pt idx="128">
                  <c:v>254</c:v>
                </c:pt>
                <c:pt idx="129">
                  <c:v>256</c:v>
                </c:pt>
                <c:pt idx="130">
                  <c:v>258</c:v>
                </c:pt>
                <c:pt idx="131">
                  <c:v>260</c:v>
                </c:pt>
                <c:pt idx="132">
                  <c:v>262</c:v>
                </c:pt>
                <c:pt idx="133">
                  <c:v>264</c:v>
                </c:pt>
                <c:pt idx="134">
                  <c:v>266</c:v>
                </c:pt>
                <c:pt idx="135">
                  <c:v>268</c:v>
                </c:pt>
                <c:pt idx="136">
                  <c:v>270</c:v>
                </c:pt>
                <c:pt idx="137">
                  <c:v>272</c:v>
                </c:pt>
                <c:pt idx="138">
                  <c:v>274</c:v>
                </c:pt>
                <c:pt idx="139">
                  <c:v>276</c:v>
                </c:pt>
                <c:pt idx="140">
                  <c:v>278</c:v>
                </c:pt>
                <c:pt idx="141">
                  <c:v>280</c:v>
                </c:pt>
                <c:pt idx="142">
                  <c:v>282</c:v>
                </c:pt>
                <c:pt idx="143">
                  <c:v>284</c:v>
                </c:pt>
                <c:pt idx="144">
                  <c:v>286</c:v>
                </c:pt>
                <c:pt idx="145">
                  <c:v>288</c:v>
                </c:pt>
                <c:pt idx="146">
                  <c:v>290</c:v>
                </c:pt>
                <c:pt idx="147">
                  <c:v>292</c:v>
                </c:pt>
                <c:pt idx="148">
                  <c:v>294</c:v>
                </c:pt>
                <c:pt idx="149">
                  <c:v>296</c:v>
                </c:pt>
                <c:pt idx="150">
                  <c:v>298</c:v>
                </c:pt>
                <c:pt idx="151">
                  <c:v>300</c:v>
                </c:pt>
                <c:pt idx="152">
                  <c:v>302</c:v>
                </c:pt>
                <c:pt idx="153">
                  <c:v>304</c:v>
                </c:pt>
                <c:pt idx="154">
                  <c:v>306</c:v>
                </c:pt>
                <c:pt idx="155">
                  <c:v>308</c:v>
                </c:pt>
                <c:pt idx="156">
                  <c:v>310</c:v>
                </c:pt>
                <c:pt idx="157">
                  <c:v>312</c:v>
                </c:pt>
                <c:pt idx="158">
                  <c:v>314</c:v>
                </c:pt>
                <c:pt idx="159">
                  <c:v>316</c:v>
                </c:pt>
                <c:pt idx="160">
                  <c:v>318</c:v>
                </c:pt>
                <c:pt idx="161">
                  <c:v>320</c:v>
                </c:pt>
                <c:pt idx="162">
                  <c:v>322</c:v>
                </c:pt>
                <c:pt idx="163">
                  <c:v>324</c:v>
                </c:pt>
                <c:pt idx="164">
                  <c:v>326</c:v>
                </c:pt>
                <c:pt idx="165">
                  <c:v>328</c:v>
                </c:pt>
                <c:pt idx="166">
                  <c:v>330</c:v>
                </c:pt>
                <c:pt idx="167">
                  <c:v>332</c:v>
                </c:pt>
                <c:pt idx="168">
                  <c:v>334</c:v>
                </c:pt>
                <c:pt idx="169">
                  <c:v>336</c:v>
                </c:pt>
                <c:pt idx="170">
                  <c:v>338</c:v>
                </c:pt>
                <c:pt idx="171">
                  <c:v>340</c:v>
                </c:pt>
                <c:pt idx="172">
                  <c:v>342</c:v>
                </c:pt>
                <c:pt idx="173">
                  <c:v>344</c:v>
                </c:pt>
                <c:pt idx="174">
                  <c:v>346</c:v>
                </c:pt>
                <c:pt idx="175">
                  <c:v>348</c:v>
                </c:pt>
                <c:pt idx="176">
                  <c:v>350</c:v>
                </c:pt>
                <c:pt idx="177">
                  <c:v>352</c:v>
                </c:pt>
                <c:pt idx="178">
                  <c:v>354</c:v>
                </c:pt>
                <c:pt idx="179">
                  <c:v>356</c:v>
                </c:pt>
                <c:pt idx="180">
                  <c:v>358</c:v>
                </c:pt>
                <c:pt idx="181">
                  <c:v>360</c:v>
                </c:pt>
                <c:pt idx="182">
                  <c:v>362</c:v>
                </c:pt>
                <c:pt idx="183">
                  <c:v>364</c:v>
                </c:pt>
                <c:pt idx="184">
                  <c:v>366</c:v>
                </c:pt>
                <c:pt idx="185">
                  <c:v>368</c:v>
                </c:pt>
                <c:pt idx="186">
                  <c:v>370</c:v>
                </c:pt>
                <c:pt idx="187">
                  <c:v>372</c:v>
                </c:pt>
                <c:pt idx="188">
                  <c:v>374</c:v>
                </c:pt>
                <c:pt idx="189">
                  <c:v>376</c:v>
                </c:pt>
                <c:pt idx="190">
                  <c:v>378</c:v>
                </c:pt>
                <c:pt idx="191">
                  <c:v>380</c:v>
                </c:pt>
                <c:pt idx="192">
                  <c:v>382</c:v>
                </c:pt>
                <c:pt idx="193">
                  <c:v>384</c:v>
                </c:pt>
                <c:pt idx="194">
                  <c:v>386</c:v>
                </c:pt>
                <c:pt idx="195">
                  <c:v>388</c:v>
                </c:pt>
                <c:pt idx="196">
                  <c:v>390</c:v>
                </c:pt>
                <c:pt idx="197">
                  <c:v>392</c:v>
                </c:pt>
                <c:pt idx="198">
                  <c:v>394</c:v>
                </c:pt>
                <c:pt idx="199">
                  <c:v>396</c:v>
                </c:pt>
                <c:pt idx="200">
                  <c:v>398</c:v>
                </c:pt>
                <c:pt idx="201">
                  <c:v>400</c:v>
                </c:pt>
                <c:pt idx="202">
                  <c:v>402</c:v>
                </c:pt>
                <c:pt idx="203">
                  <c:v>404</c:v>
                </c:pt>
                <c:pt idx="204">
                  <c:v>406</c:v>
                </c:pt>
                <c:pt idx="205">
                  <c:v>408</c:v>
                </c:pt>
                <c:pt idx="206">
                  <c:v>410</c:v>
                </c:pt>
                <c:pt idx="207">
                  <c:v>412</c:v>
                </c:pt>
                <c:pt idx="208">
                  <c:v>414</c:v>
                </c:pt>
                <c:pt idx="209">
                  <c:v>416</c:v>
                </c:pt>
                <c:pt idx="210">
                  <c:v>418</c:v>
                </c:pt>
                <c:pt idx="211">
                  <c:v>420</c:v>
                </c:pt>
                <c:pt idx="212">
                  <c:v>422</c:v>
                </c:pt>
                <c:pt idx="213">
                  <c:v>424</c:v>
                </c:pt>
                <c:pt idx="214">
                  <c:v>426</c:v>
                </c:pt>
                <c:pt idx="215">
                  <c:v>428</c:v>
                </c:pt>
                <c:pt idx="216">
                  <c:v>429</c:v>
                </c:pt>
                <c:pt idx="217">
                  <c:v>430</c:v>
                </c:pt>
                <c:pt idx="218">
                  <c:v>432</c:v>
                </c:pt>
                <c:pt idx="219">
                  <c:v>434</c:v>
                </c:pt>
                <c:pt idx="220">
                  <c:v>436</c:v>
                </c:pt>
                <c:pt idx="221">
                  <c:v>438</c:v>
                </c:pt>
                <c:pt idx="222">
                  <c:v>440</c:v>
                </c:pt>
                <c:pt idx="223">
                  <c:v>442</c:v>
                </c:pt>
                <c:pt idx="224">
                  <c:v>444</c:v>
                </c:pt>
                <c:pt idx="225">
                  <c:v>446</c:v>
                </c:pt>
                <c:pt idx="226">
                  <c:v>448</c:v>
                </c:pt>
                <c:pt idx="227">
                  <c:v>450</c:v>
                </c:pt>
                <c:pt idx="228">
                  <c:v>452</c:v>
                </c:pt>
                <c:pt idx="229">
                  <c:v>454</c:v>
                </c:pt>
                <c:pt idx="230">
                  <c:v>456</c:v>
                </c:pt>
                <c:pt idx="231">
                  <c:v>458</c:v>
                </c:pt>
                <c:pt idx="232">
                  <c:v>460</c:v>
                </c:pt>
                <c:pt idx="233">
                  <c:v>462</c:v>
                </c:pt>
                <c:pt idx="234">
                  <c:v>464</c:v>
                </c:pt>
                <c:pt idx="235">
                  <c:v>466</c:v>
                </c:pt>
                <c:pt idx="236">
                  <c:v>468</c:v>
                </c:pt>
                <c:pt idx="237">
                  <c:v>470</c:v>
                </c:pt>
                <c:pt idx="238">
                  <c:v>472</c:v>
                </c:pt>
                <c:pt idx="239">
                  <c:v>474</c:v>
                </c:pt>
                <c:pt idx="240">
                  <c:v>476</c:v>
                </c:pt>
                <c:pt idx="241">
                  <c:v>478</c:v>
                </c:pt>
                <c:pt idx="242">
                  <c:v>480</c:v>
                </c:pt>
                <c:pt idx="243">
                  <c:v>482</c:v>
                </c:pt>
                <c:pt idx="244">
                  <c:v>484</c:v>
                </c:pt>
                <c:pt idx="245">
                  <c:v>486</c:v>
                </c:pt>
                <c:pt idx="246">
                  <c:v>488</c:v>
                </c:pt>
                <c:pt idx="247">
                  <c:v>490</c:v>
                </c:pt>
                <c:pt idx="248">
                  <c:v>492</c:v>
                </c:pt>
                <c:pt idx="249">
                  <c:v>494</c:v>
                </c:pt>
                <c:pt idx="250">
                  <c:v>496</c:v>
                </c:pt>
                <c:pt idx="251">
                  <c:v>498</c:v>
                </c:pt>
                <c:pt idx="252">
                  <c:v>500</c:v>
                </c:pt>
                <c:pt idx="253">
                  <c:v>502</c:v>
                </c:pt>
                <c:pt idx="254">
                  <c:v>504</c:v>
                </c:pt>
                <c:pt idx="255">
                  <c:v>506</c:v>
                </c:pt>
                <c:pt idx="256">
                  <c:v>508</c:v>
                </c:pt>
                <c:pt idx="257">
                  <c:v>510</c:v>
                </c:pt>
                <c:pt idx="258">
                  <c:v>512</c:v>
                </c:pt>
                <c:pt idx="259">
                  <c:v>514</c:v>
                </c:pt>
                <c:pt idx="260">
                  <c:v>516</c:v>
                </c:pt>
                <c:pt idx="261">
                  <c:v>518</c:v>
                </c:pt>
                <c:pt idx="262">
                  <c:v>520</c:v>
                </c:pt>
                <c:pt idx="263">
                  <c:v>522</c:v>
                </c:pt>
                <c:pt idx="264">
                  <c:v>524</c:v>
                </c:pt>
                <c:pt idx="265">
                  <c:v>526</c:v>
                </c:pt>
                <c:pt idx="266">
                  <c:v>528</c:v>
                </c:pt>
                <c:pt idx="267">
                  <c:v>530</c:v>
                </c:pt>
                <c:pt idx="268">
                  <c:v>532</c:v>
                </c:pt>
                <c:pt idx="269">
                  <c:v>534</c:v>
                </c:pt>
                <c:pt idx="270">
                  <c:v>536</c:v>
                </c:pt>
                <c:pt idx="271">
                  <c:v>538</c:v>
                </c:pt>
                <c:pt idx="272">
                  <c:v>540</c:v>
                </c:pt>
                <c:pt idx="273">
                  <c:v>542</c:v>
                </c:pt>
                <c:pt idx="274">
                  <c:v>544</c:v>
                </c:pt>
                <c:pt idx="275">
                  <c:v>546</c:v>
                </c:pt>
                <c:pt idx="276">
                  <c:v>548</c:v>
                </c:pt>
                <c:pt idx="277">
                  <c:v>550</c:v>
                </c:pt>
                <c:pt idx="278">
                  <c:v>552</c:v>
                </c:pt>
                <c:pt idx="279">
                  <c:v>554</c:v>
                </c:pt>
                <c:pt idx="280">
                  <c:v>556</c:v>
                </c:pt>
                <c:pt idx="281">
                  <c:v>558</c:v>
                </c:pt>
                <c:pt idx="282">
                  <c:v>560</c:v>
                </c:pt>
                <c:pt idx="283">
                  <c:v>562</c:v>
                </c:pt>
                <c:pt idx="284">
                  <c:v>564</c:v>
                </c:pt>
                <c:pt idx="285">
                  <c:v>566</c:v>
                </c:pt>
                <c:pt idx="286">
                  <c:v>568</c:v>
                </c:pt>
                <c:pt idx="287">
                  <c:v>570</c:v>
                </c:pt>
                <c:pt idx="288">
                  <c:v>572</c:v>
                </c:pt>
                <c:pt idx="289">
                  <c:v>574</c:v>
                </c:pt>
                <c:pt idx="290">
                  <c:v>576</c:v>
                </c:pt>
                <c:pt idx="291">
                  <c:v>578</c:v>
                </c:pt>
                <c:pt idx="292">
                  <c:v>580</c:v>
                </c:pt>
                <c:pt idx="293">
                  <c:v>582</c:v>
                </c:pt>
                <c:pt idx="294">
                  <c:v>584</c:v>
                </c:pt>
                <c:pt idx="295">
                  <c:v>586</c:v>
                </c:pt>
                <c:pt idx="296">
                  <c:v>588</c:v>
                </c:pt>
                <c:pt idx="297">
                  <c:v>590</c:v>
                </c:pt>
                <c:pt idx="298">
                  <c:v>592</c:v>
                </c:pt>
                <c:pt idx="299">
                  <c:v>594</c:v>
                </c:pt>
                <c:pt idx="300">
                  <c:v>596</c:v>
                </c:pt>
                <c:pt idx="301">
                  <c:v>598</c:v>
                </c:pt>
              </c:numCache>
            </c:numRef>
          </c:xVal>
          <c:yVal>
            <c:numRef>
              <c:f>Sheet1!$C$2:$C$303</c:f>
              <c:numCache>
                <c:formatCode>General</c:formatCode>
                <c:ptCount val="302"/>
                <c:pt idx="0">
                  <c:v>6</c:v>
                </c:pt>
                <c:pt idx="1">
                  <c:v>6</c:v>
                </c:pt>
                <c:pt idx="2">
                  <c:v>6</c:v>
                </c:pt>
                <c:pt idx="3">
                  <c:v>6</c:v>
                </c:pt>
                <c:pt idx="4">
                  <c:v>6</c:v>
                </c:pt>
                <c:pt idx="5">
                  <c:v>6</c:v>
                </c:pt>
                <c:pt idx="6">
                  <c:v>6</c:v>
                </c:pt>
                <c:pt idx="7">
                  <c:v>6</c:v>
                </c:pt>
                <c:pt idx="8">
                  <c:v>6</c:v>
                </c:pt>
                <c:pt idx="9">
                  <c:v>6</c:v>
                </c:pt>
                <c:pt idx="10">
                  <c:v>6</c:v>
                </c:pt>
                <c:pt idx="11">
                  <c:v>6</c:v>
                </c:pt>
                <c:pt idx="12">
                  <c:v>6</c:v>
                </c:pt>
                <c:pt idx="13">
                  <c:v>6</c:v>
                </c:pt>
                <c:pt idx="14">
                  <c:v>6</c:v>
                </c:pt>
                <c:pt idx="15">
                  <c:v>6</c:v>
                </c:pt>
                <c:pt idx="16">
                  <c:v>6</c:v>
                </c:pt>
                <c:pt idx="17">
                  <c:v>6</c:v>
                </c:pt>
                <c:pt idx="18">
                  <c:v>6</c:v>
                </c:pt>
                <c:pt idx="19">
                  <c:v>6</c:v>
                </c:pt>
                <c:pt idx="20">
                  <c:v>6</c:v>
                </c:pt>
                <c:pt idx="21">
                  <c:v>6</c:v>
                </c:pt>
                <c:pt idx="22">
                  <c:v>6</c:v>
                </c:pt>
                <c:pt idx="23">
                  <c:v>6</c:v>
                </c:pt>
                <c:pt idx="24">
                  <c:v>6</c:v>
                </c:pt>
                <c:pt idx="25">
                  <c:v>6</c:v>
                </c:pt>
                <c:pt idx="26">
                  <c:v>6</c:v>
                </c:pt>
                <c:pt idx="27">
                  <c:v>6</c:v>
                </c:pt>
                <c:pt idx="28">
                  <c:v>6</c:v>
                </c:pt>
                <c:pt idx="29">
                  <c:v>6</c:v>
                </c:pt>
                <c:pt idx="30">
                  <c:v>6</c:v>
                </c:pt>
                <c:pt idx="31">
                  <c:v>6</c:v>
                </c:pt>
                <c:pt idx="32">
                  <c:v>6</c:v>
                </c:pt>
                <c:pt idx="33">
                  <c:v>6</c:v>
                </c:pt>
                <c:pt idx="34">
                  <c:v>6</c:v>
                </c:pt>
                <c:pt idx="35">
                  <c:v>6</c:v>
                </c:pt>
                <c:pt idx="36">
                  <c:v>6</c:v>
                </c:pt>
                <c:pt idx="37">
                  <c:v>6</c:v>
                </c:pt>
                <c:pt idx="38">
                  <c:v>6</c:v>
                </c:pt>
                <c:pt idx="39">
                  <c:v>6</c:v>
                </c:pt>
                <c:pt idx="40">
                  <c:v>6</c:v>
                </c:pt>
                <c:pt idx="41">
                  <c:v>6</c:v>
                </c:pt>
                <c:pt idx="42">
                  <c:v>6</c:v>
                </c:pt>
                <c:pt idx="43">
                  <c:v>6</c:v>
                </c:pt>
                <c:pt idx="44">
                  <c:v>6</c:v>
                </c:pt>
                <c:pt idx="45">
                  <c:v>6</c:v>
                </c:pt>
                <c:pt idx="46">
                  <c:v>6</c:v>
                </c:pt>
                <c:pt idx="47">
                  <c:v>6</c:v>
                </c:pt>
                <c:pt idx="48">
                  <c:v>6</c:v>
                </c:pt>
                <c:pt idx="49">
                  <c:v>6</c:v>
                </c:pt>
                <c:pt idx="50">
                  <c:v>6</c:v>
                </c:pt>
                <c:pt idx="51">
                  <c:v>6</c:v>
                </c:pt>
                <c:pt idx="52">
                  <c:v>6</c:v>
                </c:pt>
                <c:pt idx="53">
                  <c:v>6</c:v>
                </c:pt>
                <c:pt idx="54">
                  <c:v>6</c:v>
                </c:pt>
                <c:pt idx="55">
                  <c:v>6</c:v>
                </c:pt>
                <c:pt idx="56">
                  <c:v>6</c:v>
                </c:pt>
                <c:pt idx="57">
                  <c:v>6</c:v>
                </c:pt>
                <c:pt idx="58">
                  <c:v>6</c:v>
                </c:pt>
                <c:pt idx="59">
                  <c:v>6</c:v>
                </c:pt>
                <c:pt idx="60">
                  <c:v>6</c:v>
                </c:pt>
                <c:pt idx="61">
                  <c:v>6</c:v>
                </c:pt>
                <c:pt idx="62">
                  <c:v>6</c:v>
                </c:pt>
                <c:pt idx="63">
                  <c:v>6</c:v>
                </c:pt>
                <c:pt idx="64">
                  <c:v>6</c:v>
                </c:pt>
                <c:pt idx="65">
                  <c:v>6</c:v>
                </c:pt>
                <c:pt idx="66">
                  <c:v>6</c:v>
                </c:pt>
                <c:pt idx="67">
                  <c:v>6</c:v>
                </c:pt>
                <c:pt idx="68">
                  <c:v>6</c:v>
                </c:pt>
                <c:pt idx="69">
                  <c:v>6</c:v>
                </c:pt>
                <c:pt idx="70">
                  <c:v>6</c:v>
                </c:pt>
                <c:pt idx="71">
                  <c:v>6</c:v>
                </c:pt>
                <c:pt idx="72">
                  <c:v>6</c:v>
                </c:pt>
                <c:pt idx="73">
                  <c:v>6</c:v>
                </c:pt>
                <c:pt idx="74">
                  <c:v>6</c:v>
                </c:pt>
                <c:pt idx="75">
                  <c:v>6</c:v>
                </c:pt>
                <c:pt idx="76">
                  <c:v>6</c:v>
                </c:pt>
                <c:pt idx="77">
                  <c:v>6</c:v>
                </c:pt>
                <c:pt idx="78">
                  <c:v>6</c:v>
                </c:pt>
                <c:pt idx="79">
                  <c:v>6</c:v>
                </c:pt>
                <c:pt idx="80">
                  <c:v>6</c:v>
                </c:pt>
                <c:pt idx="81">
                  <c:v>6</c:v>
                </c:pt>
                <c:pt idx="82">
                  <c:v>6</c:v>
                </c:pt>
                <c:pt idx="83">
                  <c:v>6</c:v>
                </c:pt>
                <c:pt idx="84">
                  <c:v>6</c:v>
                </c:pt>
                <c:pt idx="85">
                  <c:v>6</c:v>
                </c:pt>
                <c:pt idx="86">
                  <c:v>6</c:v>
                </c:pt>
                <c:pt idx="87">
                  <c:v>6</c:v>
                </c:pt>
                <c:pt idx="88">
                  <c:v>6</c:v>
                </c:pt>
                <c:pt idx="89">
                  <c:v>6</c:v>
                </c:pt>
                <c:pt idx="90">
                  <c:v>6</c:v>
                </c:pt>
                <c:pt idx="91">
                  <c:v>6</c:v>
                </c:pt>
                <c:pt idx="92">
                  <c:v>6</c:v>
                </c:pt>
                <c:pt idx="93">
                  <c:v>6</c:v>
                </c:pt>
                <c:pt idx="94">
                  <c:v>6</c:v>
                </c:pt>
                <c:pt idx="95">
                  <c:v>6</c:v>
                </c:pt>
                <c:pt idx="96">
                  <c:v>6</c:v>
                </c:pt>
                <c:pt idx="97">
                  <c:v>6</c:v>
                </c:pt>
                <c:pt idx="98">
                  <c:v>6</c:v>
                </c:pt>
                <c:pt idx="99">
                  <c:v>6</c:v>
                </c:pt>
                <c:pt idx="100">
                  <c:v>6</c:v>
                </c:pt>
                <c:pt idx="101">
                  <c:v>6</c:v>
                </c:pt>
                <c:pt idx="102">
                  <c:v>10.54</c:v>
                </c:pt>
                <c:pt idx="103">
                  <c:v>14.47</c:v>
                </c:pt>
                <c:pt idx="104">
                  <c:v>17.88</c:v>
                </c:pt>
                <c:pt idx="105">
                  <c:v>20.83</c:v>
                </c:pt>
                <c:pt idx="106">
                  <c:v>23.39</c:v>
                </c:pt>
                <c:pt idx="107">
                  <c:v>25.6</c:v>
                </c:pt>
                <c:pt idx="108">
                  <c:v>27.53</c:v>
                </c:pt>
                <c:pt idx="109">
                  <c:v>29.19</c:v>
                </c:pt>
                <c:pt idx="110">
                  <c:v>30.63</c:v>
                </c:pt>
                <c:pt idx="111">
                  <c:v>31.88</c:v>
                </c:pt>
                <c:pt idx="112">
                  <c:v>28.43</c:v>
                </c:pt>
                <c:pt idx="113">
                  <c:v>25.44</c:v>
                </c:pt>
                <c:pt idx="114">
                  <c:v>22.84</c:v>
                </c:pt>
                <c:pt idx="115">
                  <c:v>20.59</c:v>
                </c:pt>
                <c:pt idx="116">
                  <c:v>18.65</c:v>
                </c:pt>
                <c:pt idx="117">
                  <c:v>16.96</c:v>
                </c:pt>
                <c:pt idx="118">
                  <c:v>15.5</c:v>
                </c:pt>
                <c:pt idx="119">
                  <c:v>14.23</c:v>
                </c:pt>
                <c:pt idx="120">
                  <c:v>13.13</c:v>
                </c:pt>
                <c:pt idx="121">
                  <c:v>12.18</c:v>
                </c:pt>
                <c:pt idx="122">
                  <c:v>11.35</c:v>
                </c:pt>
                <c:pt idx="123">
                  <c:v>10.64</c:v>
                </c:pt>
                <c:pt idx="124">
                  <c:v>10.02</c:v>
                </c:pt>
                <c:pt idx="125">
                  <c:v>9.48</c:v>
                </c:pt>
                <c:pt idx="126">
                  <c:v>9.02</c:v>
                </c:pt>
                <c:pt idx="127">
                  <c:v>8.62</c:v>
                </c:pt>
                <c:pt idx="128">
                  <c:v>8.27</c:v>
                </c:pt>
                <c:pt idx="129">
                  <c:v>7.96</c:v>
                </c:pt>
                <c:pt idx="130">
                  <c:v>7.7</c:v>
                </c:pt>
                <c:pt idx="131">
                  <c:v>7.48</c:v>
                </c:pt>
                <c:pt idx="132">
                  <c:v>7.28</c:v>
                </c:pt>
                <c:pt idx="133">
                  <c:v>7.11</c:v>
                </c:pt>
                <c:pt idx="134">
                  <c:v>6.96</c:v>
                </c:pt>
                <c:pt idx="135">
                  <c:v>6.83</c:v>
                </c:pt>
                <c:pt idx="136">
                  <c:v>6.72</c:v>
                </c:pt>
                <c:pt idx="137">
                  <c:v>6.62</c:v>
                </c:pt>
                <c:pt idx="138">
                  <c:v>6.54</c:v>
                </c:pt>
                <c:pt idx="139">
                  <c:v>6.47</c:v>
                </c:pt>
                <c:pt idx="140">
                  <c:v>6.41</c:v>
                </c:pt>
                <c:pt idx="141">
                  <c:v>6.35</c:v>
                </c:pt>
                <c:pt idx="142">
                  <c:v>6.31</c:v>
                </c:pt>
                <c:pt idx="143">
                  <c:v>6.26</c:v>
                </c:pt>
                <c:pt idx="144">
                  <c:v>6.23</c:v>
                </c:pt>
                <c:pt idx="145">
                  <c:v>6.2</c:v>
                </c:pt>
                <c:pt idx="146">
                  <c:v>6.17</c:v>
                </c:pt>
                <c:pt idx="147">
                  <c:v>6.15</c:v>
                </c:pt>
                <c:pt idx="148">
                  <c:v>6.13</c:v>
                </c:pt>
                <c:pt idx="149">
                  <c:v>6.11</c:v>
                </c:pt>
                <c:pt idx="150">
                  <c:v>6.1</c:v>
                </c:pt>
                <c:pt idx="151">
                  <c:v>6.08</c:v>
                </c:pt>
                <c:pt idx="152">
                  <c:v>6.07</c:v>
                </c:pt>
                <c:pt idx="153">
                  <c:v>6.06</c:v>
                </c:pt>
                <c:pt idx="154">
                  <c:v>6.05</c:v>
                </c:pt>
                <c:pt idx="155">
                  <c:v>6.05</c:v>
                </c:pt>
                <c:pt idx="156">
                  <c:v>6.04</c:v>
                </c:pt>
                <c:pt idx="157">
                  <c:v>6.04</c:v>
                </c:pt>
                <c:pt idx="158">
                  <c:v>6.03</c:v>
                </c:pt>
                <c:pt idx="159">
                  <c:v>6.03</c:v>
                </c:pt>
                <c:pt idx="160">
                  <c:v>6.02</c:v>
                </c:pt>
                <c:pt idx="161">
                  <c:v>6.02</c:v>
                </c:pt>
                <c:pt idx="162">
                  <c:v>6.02</c:v>
                </c:pt>
                <c:pt idx="163">
                  <c:v>6.02</c:v>
                </c:pt>
                <c:pt idx="164">
                  <c:v>6.01</c:v>
                </c:pt>
                <c:pt idx="165">
                  <c:v>6.01</c:v>
                </c:pt>
                <c:pt idx="166">
                  <c:v>6.01</c:v>
                </c:pt>
                <c:pt idx="167">
                  <c:v>6.01</c:v>
                </c:pt>
                <c:pt idx="168">
                  <c:v>6.01</c:v>
                </c:pt>
                <c:pt idx="169">
                  <c:v>6.01</c:v>
                </c:pt>
                <c:pt idx="170">
                  <c:v>6.01</c:v>
                </c:pt>
                <c:pt idx="171">
                  <c:v>6</c:v>
                </c:pt>
                <c:pt idx="172">
                  <c:v>6</c:v>
                </c:pt>
                <c:pt idx="173">
                  <c:v>6</c:v>
                </c:pt>
                <c:pt idx="174">
                  <c:v>6</c:v>
                </c:pt>
                <c:pt idx="175">
                  <c:v>6</c:v>
                </c:pt>
                <c:pt idx="176">
                  <c:v>6</c:v>
                </c:pt>
                <c:pt idx="177">
                  <c:v>6</c:v>
                </c:pt>
                <c:pt idx="178">
                  <c:v>6</c:v>
                </c:pt>
                <c:pt idx="179">
                  <c:v>6</c:v>
                </c:pt>
                <c:pt idx="180">
                  <c:v>6</c:v>
                </c:pt>
                <c:pt idx="181">
                  <c:v>6</c:v>
                </c:pt>
                <c:pt idx="182">
                  <c:v>6</c:v>
                </c:pt>
                <c:pt idx="183">
                  <c:v>6</c:v>
                </c:pt>
                <c:pt idx="184">
                  <c:v>6</c:v>
                </c:pt>
                <c:pt idx="185">
                  <c:v>6</c:v>
                </c:pt>
                <c:pt idx="186">
                  <c:v>6</c:v>
                </c:pt>
                <c:pt idx="187">
                  <c:v>6</c:v>
                </c:pt>
                <c:pt idx="188">
                  <c:v>6</c:v>
                </c:pt>
                <c:pt idx="189">
                  <c:v>6</c:v>
                </c:pt>
                <c:pt idx="190">
                  <c:v>6</c:v>
                </c:pt>
                <c:pt idx="191">
                  <c:v>6</c:v>
                </c:pt>
                <c:pt idx="192">
                  <c:v>6</c:v>
                </c:pt>
                <c:pt idx="193">
                  <c:v>6</c:v>
                </c:pt>
                <c:pt idx="194">
                  <c:v>6</c:v>
                </c:pt>
                <c:pt idx="195">
                  <c:v>6</c:v>
                </c:pt>
                <c:pt idx="196">
                  <c:v>6</c:v>
                </c:pt>
                <c:pt idx="197">
                  <c:v>6</c:v>
                </c:pt>
                <c:pt idx="198">
                  <c:v>6</c:v>
                </c:pt>
                <c:pt idx="199">
                  <c:v>6</c:v>
                </c:pt>
                <c:pt idx="200">
                  <c:v>6</c:v>
                </c:pt>
                <c:pt idx="201">
                  <c:v>6</c:v>
                </c:pt>
                <c:pt idx="202">
                  <c:v>6</c:v>
                </c:pt>
                <c:pt idx="203">
                  <c:v>6</c:v>
                </c:pt>
                <c:pt idx="204">
                  <c:v>6</c:v>
                </c:pt>
                <c:pt idx="205">
                  <c:v>6</c:v>
                </c:pt>
                <c:pt idx="206">
                  <c:v>6</c:v>
                </c:pt>
                <c:pt idx="207">
                  <c:v>6</c:v>
                </c:pt>
                <c:pt idx="208">
                  <c:v>6</c:v>
                </c:pt>
                <c:pt idx="209">
                  <c:v>6</c:v>
                </c:pt>
                <c:pt idx="210">
                  <c:v>6</c:v>
                </c:pt>
                <c:pt idx="211">
                  <c:v>6</c:v>
                </c:pt>
                <c:pt idx="212">
                  <c:v>6</c:v>
                </c:pt>
                <c:pt idx="213">
                  <c:v>6</c:v>
                </c:pt>
                <c:pt idx="214">
                  <c:v>6</c:v>
                </c:pt>
                <c:pt idx="215">
                  <c:v>6</c:v>
                </c:pt>
                <c:pt idx="216">
                  <c:v>6</c:v>
                </c:pt>
                <c:pt idx="217">
                  <c:v>6</c:v>
                </c:pt>
                <c:pt idx="218">
                  <c:v>6</c:v>
                </c:pt>
                <c:pt idx="219">
                  <c:v>6</c:v>
                </c:pt>
                <c:pt idx="220">
                  <c:v>6</c:v>
                </c:pt>
                <c:pt idx="221">
                  <c:v>6</c:v>
                </c:pt>
                <c:pt idx="222">
                  <c:v>6</c:v>
                </c:pt>
                <c:pt idx="223">
                  <c:v>6</c:v>
                </c:pt>
                <c:pt idx="224">
                  <c:v>6</c:v>
                </c:pt>
                <c:pt idx="225">
                  <c:v>6</c:v>
                </c:pt>
                <c:pt idx="226">
                  <c:v>6</c:v>
                </c:pt>
                <c:pt idx="227">
                  <c:v>6</c:v>
                </c:pt>
                <c:pt idx="228">
                  <c:v>6</c:v>
                </c:pt>
                <c:pt idx="229">
                  <c:v>6</c:v>
                </c:pt>
                <c:pt idx="230">
                  <c:v>6</c:v>
                </c:pt>
                <c:pt idx="231">
                  <c:v>6</c:v>
                </c:pt>
                <c:pt idx="232">
                  <c:v>6</c:v>
                </c:pt>
                <c:pt idx="233">
                  <c:v>6</c:v>
                </c:pt>
                <c:pt idx="234">
                  <c:v>6</c:v>
                </c:pt>
                <c:pt idx="235">
                  <c:v>6</c:v>
                </c:pt>
                <c:pt idx="236">
                  <c:v>6</c:v>
                </c:pt>
                <c:pt idx="237">
                  <c:v>6</c:v>
                </c:pt>
                <c:pt idx="238">
                  <c:v>6</c:v>
                </c:pt>
                <c:pt idx="239">
                  <c:v>6</c:v>
                </c:pt>
                <c:pt idx="240">
                  <c:v>6</c:v>
                </c:pt>
                <c:pt idx="241">
                  <c:v>6</c:v>
                </c:pt>
                <c:pt idx="242">
                  <c:v>6</c:v>
                </c:pt>
                <c:pt idx="243">
                  <c:v>6</c:v>
                </c:pt>
                <c:pt idx="244">
                  <c:v>6</c:v>
                </c:pt>
                <c:pt idx="245">
                  <c:v>6</c:v>
                </c:pt>
                <c:pt idx="246">
                  <c:v>6</c:v>
                </c:pt>
                <c:pt idx="247">
                  <c:v>6</c:v>
                </c:pt>
                <c:pt idx="248">
                  <c:v>6</c:v>
                </c:pt>
                <c:pt idx="249">
                  <c:v>6</c:v>
                </c:pt>
                <c:pt idx="250">
                  <c:v>6</c:v>
                </c:pt>
                <c:pt idx="251">
                  <c:v>6</c:v>
                </c:pt>
                <c:pt idx="252">
                  <c:v>6</c:v>
                </c:pt>
                <c:pt idx="253">
                  <c:v>6</c:v>
                </c:pt>
                <c:pt idx="254">
                  <c:v>6</c:v>
                </c:pt>
                <c:pt idx="255">
                  <c:v>6</c:v>
                </c:pt>
                <c:pt idx="256">
                  <c:v>6</c:v>
                </c:pt>
                <c:pt idx="257">
                  <c:v>6</c:v>
                </c:pt>
                <c:pt idx="258">
                  <c:v>6</c:v>
                </c:pt>
                <c:pt idx="259">
                  <c:v>6</c:v>
                </c:pt>
                <c:pt idx="260">
                  <c:v>6</c:v>
                </c:pt>
                <c:pt idx="261">
                  <c:v>6</c:v>
                </c:pt>
                <c:pt idx="262">
                  <c:v>6</c:v>
                </c:pt>
                <c:pt idx="263">
                  <c:v>6</c:v>
                </c:pt>
                <c:pt idx="264">
                  <c:v>6</c:v>
                </c:pt>
                <c:pt idx="265">
                  <c:v>6</c:v>
                </c:pt>
                <c:pt idx="266">
                  <c:v>6</c:v>
                </c:pt>
                <c:pt idx="267">
                  <c:v>6</c:v>
                </c:pt>
                <c:pt idx="268">
                  <c:v>6</c:v>
                </c:pt>
                <c:pt idx="269">
                  <c:v>6</c:v>
                </c:pt>
                <c:pt idx="270">
                  <c:v>6</c:v>
                </c:pt>
                <c:pt idx="271">
                  <c:v>6</c:v>
                </c:pt>
                <c:pt idx="272">
                  <c:v>6</c:v>
                </c:pt>
                <c:pt idx="273">
                  <c:v>6</c:v>
                </c:pt>
                <c:pt idx="274">
                  <c:v>6</c:v>
                </c:pt>
                <c:pt idx="275">
                  <c:v>6</c:v>
                </c:pt>
                <c:pt idx="276">
                  <c:v>6</c:v>
                </c:pt>
                <c:pt idx="277">
                  <c:v>6</c:v>
                </c:pt>
                <c:pt idx="278">
                  <c:v>6</c:v>
                </c:pt>
                <c:pt idx="279">
                  <c:v>6</c:v>
                </c:pt>
                <c:pt idx="280">
                  <c:v>6</c:v>
                </c:pt>
                <c:pt idx="281">
                  <c:v>6</c:v>
                </c:pt>
                <c:pt idx="282">
                  <c:v>6</c:v>
                </c:pt>
                <c:pt idx="283">
                  <c:v>6</c:v>
                </c:pt>
                <c:pt idx="284">
                  <c:v>6</c:v>
                </c:pt>
                <c:pt idx="285">
                  <c:v>6</c:v>
                </c:pt>
                <c:pt idx="286">
                  <c:v>6</c:v>
                </c:pt>
                <c:pt idx="287">
                  <c:v>6</c:v>
                </c:pt>
                <c:pt idx="288">
                  <c:v>6</c:v>
                </c:pt>
                <c:pt idx="289">
                  <c:v>6</c:v>
                </c:pt>
                <c:pt idx="290">
                  <c:v>6</c:v>
                </c:pt>
                <c:pt idx="291">
                  <c:v>6</c:v>
                </c:pt>
                <c:pt idx="292">
                  <c:v>6</c:v>
                </c:pt>
                <c:pt idx="293">
                  <c:v>6</c:v>
                </c:pt>
                <c:pt idx="294">
                  <c:v>6</c:v>
                </c:pt>
                <c:pt idx="295">
                  <c:v>6</c:v>
                </c:pt>
                <c:pt idx="296">
                  <c:v>6</c:v>
                </c:pt>
                <c:pt idx="297">
                  <c:v>6</c:v>
                </c:pt>
                <c:pt idx="298">
                  <c:v>6</c:v>
                </c:pt>
                <c:pt idx="299">
                  <c:v>6</c:v>
                </c:pt>
                <c:pt idx="300">
                  <c:v>6</c:v>
                </c:pt>
                <c:pt idx="301">
                  <c:v>6</c:v>
                </c:pt>
              </c:numCache>
            </c:numRef>
          </c:yVal>
          <c:smooth val="0"/>
        </c:ser>
        <c:ser>
          <c:idx val="2"/>
          <c:order val="2"/>
          <c:tx>
            <c:strRef>
              <c:f>Sheet1!$D$1</c:f>
              <c:strCache>
                <c:ptCount val="1"/>
                <c:pt idx="0">
                  <c:v>LabJack samples (every 133 µs)</c:v>
                </c:pt>
              </c:strCache>
            </c:strRef>
          </c:tx>
          <c:spPr>
            <a:solidFill>
              <a:srgbClr val="C2410C"/>
            </a:solidFill>
            <a:ln>
              <a:noFill/>
            </a:ln>
            <a:effectLst/>
          </c:spPr>
          <c:marker>
            <c:symbol val="circle"/>
            <c:size val="9"/>
            <c:spPr>
              <a:solidFill>
                <a:srgbClr val="C2410C"/>
              </a:solidFill>
              <a:ln w="9525" cap="flat">
                <a:solidFill>
                  <a:srgbClr val="C2410C"/>
                </a:solidFill>
                <a:prstDash val="solid"/>
                <a:round/>
              </a:ln>
              <a:effectLst/>
            </c:spPr>
          </c:marker>
          <c:xVal>
            <c:numRef>
              <c:f>Sheet1!$A$2:$A$303</c:f>
              <c:numCache>
                <c:formatCode>General</c:formatCode>
                <c:ptCount val="302"/>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163</c:v>
                </c:pt>
                <c:pt idx="83">
                  <c:v>164</c:v>
                </c:pt>
                <c:pt idx="84">
                  <c:v>166</c:v>
                </c:pt>
                <c:pt idx="85">
                  <c:v>168</c:v>
                </c:pt>
                <c:pt idx="86">
                  <c:v>170</c:v>
                </c:pt>
                <c:pt idx="87">
                  <c:v>172</c:v>
                </c:pt>
                <c:pt idx="88">
                  <c:v>174</c:v>
                </c:pt>
                <c:pt idx="89">
                  <c:v>176</c:v>
                </c:pt>
                <c:pt idx="90">
                  <c:v>178</c:v>
                </c:pt>
                <c:pt idx="91">
                  <c:v>180</c:v>
                </c:pt>
                <c:pt idx="92">
                  <c:v>182</c:v>
                </c:pt>
                <c:pt idx="93">
                  <c:v>184</c:v>
                </c:pt>
                <c:pt idx="94">
                  <c:v>186</c:v>
                </c:pt>
                <c:pt idx="95">
                  <c:v>188</c:v>
                </c:pt>
                <c:pt idx="96">
                  <c:v>190</c:v>
                </c:pt>
                <c:pt idx="97">
                  <c:v>192</c:v>
                </c:pt>
                <c:pt idx="98">
                  <c:v>194</c:v>
                </c:pt>
                <c:pt idx="99">
                  <c:v>196</c:v>
                </c:pt>
                <c:pt idx="100">
                  <c:v>198</c:v>
                </c:pt>
                <c:pt idx="101">
                  <c:v>200</c:v>
                </c:pt>
                <c:pt idx="102">
                  <c:v>202</c:v>
                </c:pt>
                <c:pt idx="103">
                  <c:v>204</c:v>
                </c:pt>
                <c:pt idx="104">
                  <c:v>206</c:v>
                </c:pt>
                <c:pt idx="105">
                  <c:v>208</c:v>
                </c:pt>
                <c:pt idx="106">
                  <c:v>210</c:v>
                </c:pt>
                <c:pt idx="107">
                  <c:v>212</c:v>
                </c:pt>
                <c:pt idx="108">
                  <c:v>214</c:v>
                </c:pt>
                <c:pt idx="109">
                  <c:v>216</c:v>
                </c:pt>
                <c:pt idx="110">
                  <c:v>218</c:v>
                </c:pt>
                <c:pt idx="111">
                  <c:v>220</c:v>
                </c:pt>
                <c:pt idx="112">
                  <c:v>222</c:v>
                </c:pt>
                <c:pt idx="113">
                  <c:v>224</c:v>
                </c:pt>
                <c:pt idx="114">
                  <c:v>226</c:v>
                </c:pt>
                <c:pt idx="115">
                  <c:v>228</c:v>
                </c:pt>
                <c:pt idx="116">
                  <c:v>230</c:v>
                </c:pt>
                <c:pt idx="117">
                  <c:v>232</c:v>
                </c:pt>
                <c:pt idx="118">
                  <c:v>234</c:v>
                </c:pt>
                <c:pt idx="119">
                  <c:v>236</c:v>
                </c:pt>
                <c:pt idx="120">
                  <c:v>238</c:v>
                </c:pt>
                <c:pt idx="121">
                  <c:v>240</c:v>
                </c:pt>
                <c:pt idx="122">
                  <c:v>242</c:v>
                </c:pt>
                <c:pt idx="123">
                  <c:v>244</c:v>
                </c:pt>
                <c:pt idx="124">
                  <c:v>246</c:v>
                </c:pt>
                <c:pt idx="125">
                  <c:v>248</c:v>
                </c:pt>
                <c:pt idx="126">
                  <c:v>250</c:v>
                </c:pt>
                <c:pt idx="127">
                  <c:v>252</c:v>
                </c:pt>
                <c:pt idx="128">
                  <c:v>254</c:v>
                </c:pt>
                <c:pt idx="129">
                  <c:v>256</c:v>
                </c:pt>
                <c:pt idx="130">
                  <c:v>258</c:v>
                </c:pt>
                <c:pt idx="131">
                  <c:v>260</c:v>
                </c:pt>
                <c:pt idx="132">
                  <c:v>262</c:v>
                </c:pt>
                <c:pt idx="133">
                  <c:v>264</c:v>
                </c:pt>
                <c:pt idx="134">
                  <c:v>266</c:v>
                </c:pt>
                <c:pt idx="135">
                  <c:v>268</c:v>
                </c:pt>
                <c:pt idx="136">
                  <c:v>270</c:v>
                </c:pt>
                <c:pt idx="137">
                  <c:v>272</c:v>
                </c:pt>
                <c:pt idx="138">
                  <c:v>274</c:v>
                </c:pt>
                <c:pt idx="139">
                  <c:v>276</c:v>
                </c:pt>
                <c:pt idx="140">
                  <c:v>278</c:v>
                </c:pt>
                <c:pt idx="141">
                  <c:v>280</c:v>
                </c:pt>
                <c:pt idx="142">
                  <c:v>282</c:v>
                </c:pt>
                <c:pt idx="143">
                  <c:v>284</c:v>
                </c:pt>
                <c:pt idx="144">
                  <c:v>286</c:v>
                </c:pt>
                <c:pt idx="145">
                  <c:v>288</c:v>
                </c:pt>
                <c:pt idx="146">
                  <c:v>290</c:v>
                </c:pt>
                <c:pt idx="147">
                  <c:v>292</c:v>
                </c:pt>
                <c:pt idx="148">
                  <c:v>294</c:v>
                </c:pt>
                <c:pt idx="149">
                  <c:v>296</c:v>
                </c:pt>
                <c:pt idx="150">
                  <c:v>298</c:v>
                </c:pt>
                <c:pt idx="151">
                  <c:v>300</c:v>
                </c:pt>
                <c:pt idx="152">
                  <c:v>302</c:v>
                </c:pt>
                <c:pt idx="153">
                  <c:v>304</c:v>
                </c:pt>
                <c:pt idx="154">
                  <c:v>306</c:v>
                </c:pt>
                <c:pt idx="155">
                  <c:v>308</c:v>
                </c:pt>
                <c:pt idx="156">
                  <c:v>310</c:v>
                </c:pt>
                <c:pt idx="157">
                  <c:v>312</c:v>
                </c:pt>
                <c:pt idx="158">
                  <c:v>314</c:v>
                </c:pt>
                <c:pt idx="159">
                  <c:v>316</c:v>
                </c:pt>
                <c:pt idx="160">
                  <c:v>318</c:v>
                </c:pt>
                <c:pt idx="161">
                  <c:v>320</c:v>
                </c:pt>
                <c:pt idx="162">
                  <c:v>322</c:v>
                </c:pt>
                <c:pt idx="163">
                  <c:v>324</c:v>
                </c:pt>
                <c:pt idx="164">
                  <c:v>326</c:v>
                </c:pt>
                <c:pt idx="165">
                  <c:v>328</c:v>
                </c:pt>
                <c:pt idx="166">
                  <c:v>330</c:v>
                </c:pt>
                <c:pt idx="167">
                  <c:v>332</c:v>
                </c:pt>
                <c:pt idx="168">
                  <c:v>334</c:v>
                </c:pt>
                <c:pt idx="169">
                  <c:v>336</c:v>
                </c:pt>
                <c:pt idx="170">
                  <c:v>338</c:v>
                </c:pt>
                <c:pt idx="171">
                  <c:v>340</c:v>
                </c:pt>
                <c:pt idx="172">
                  <c:v>342</c:v>
                </c:pt>
                <c:pt idx="173">
                  <c:v>344</c:v>
                </c:pt>
                <c:pt idx="174">
                  <c:v>346</c:v>
                </c:pt>
                <c:pt idx="175">
                  <c:v>348</c:v>
                </c:pt>
                <c:pt idx="176">
                  <c:v>350</c:v>
                </c:pt>
                <c:pt idx="177">
                  <c:v>352</c:v>
                </c:pt>
                <c:pt idx="178">
                  <c:v>354</c:v>
                </c:pt>
                <c:pt idx="179">
                  <c:v>356</c:v>
                </c:pt>
                <c:pt idx="180">
                  <c:v>358</c:v>
                </c:pt>
                <c:pt idx="181">
                  <c:v>360</c:v>
                </c:pt>
                <c:pt idx="182">
                  <c:v>362</c:v>
                </c:pt>
                <c:pt idx="183">
                  <c:v>364</c:v>
                </c:pt>
                <c:pt idx="184">
                  <c:v>366</c:v>
                </c:pt>
                <c:pt idx="185">
                  <c:v>368</c:v>
                </c:pt>
                <c:pt idx="186">
                  <c:v>370</c:v>
                </c:pt>
                <c:pt idx="187">
                  <c:v>372</c:v>
                </c:pt>
                <c:pt idx="188">
                  <c:v>374</c:v>
                </c:pt>
                <c:pt idx="189">
                  <c:v>376</c:v>
                </c:pt>
                <c:pt idx="190">
                  <c:v>378</c:v>
                </c:pt>
                <c:pt idx="191">
                  <c:v>380</c:v>
                </c:pt>
                <c:pt idx="192">
                  <c:v>382</c:v>
                </c:pt>
                <c:pt idx="193">
                  <c:v>384</c:v>
                </c:pt>
                <c:pt idx="194">
                  <c:v>386</c:v>
                </c:pt>
                <c:pt idx="195">
                  <c:v>388</c:v>
                </c:pt>
                <c:pt idx="196">
                  <c:v>390</c:v>
                </c:pt>
                <c:pt idx="197">
                  <c:v>392</c:v>
                </c:pt>
                <c:pt idx="198">
                  <c:v>394</c:v>
                </c:pt>
                <c:pt idx="199">
                  <c:v>396</c:v>
                </c:pt>
                <c:pt idx="200">
                  <c:v>398</c:v>
                </c:pt>
                <c:pt idx="201">
                  <c:v>400</c:v>
                </c:pt>
                <c:pt idx="202">
                  <c:v>402</c:v>
                </c:pt>
                <c:pt idx="203">
                  <c:v>404</c:v>
                </c:pt>
                <c:pt idx="204">
                  <c:v>406</c:v>
                </c:pt>
                <c:pt idx="205">
                  <c:v>408</c:v>
                </c:pt>
                <c:pt idx="206">
                  <c:v>410</c:v>
                </c:pt>
                <c:pt idx="207">
                  <c:v>412</c:v>
                </c:pt>
                <c:pt idx="208">
                  <c:v>414</c:v>
                </c:pt>
                <c:pt idx="209">
                  <c:v>416</c:v>
                </c:pt>
                <c:pt idx="210">
                  <c:v>418</c:v>
                </c:pt>
                <c:pt idx="211">
                  <c:v>420</c:v>
                </c:pt>
                <c:pt idx="212">
                  <c:v>422</c:v>
                </c:pt>
                <c:pt idx="213">
                  <c:v>424</c:v>
                </c:pt>
                <c:pt idx="214">
                  <c:v>426</c:v>
                </c:pt>
                <c:pt idx="215">
                  <c:v>428</c:v>
                </c:pt>
                <c:pt idx="216">
                  <c:v>429</c:v>
                </c:pt>
                <c:pt idx="217">
                  <c:v>430</c:v>
                </c:pt>
                <c:pt idx="218">
                  <c:v>432</c:v>
                </c:pt>
                <c:pt idx="219">
                  <c:v>434</c:v>
                </c:pt>
                <c:pt idx="220">
                  <c:v>436</c:v>
                </c:pt>
                <c:pt idx="221">
                  <c:v>438</c:v>
                </c:pt>
                <c:pt idx="222">
                  <c:v>440</c:v>
                </c:pt>
                <c:pt idx="223">
                  <c:v>442</c:v>
                </c:pt>
                <c:pt idx="224">
                  <c:v>444</c:v>
                </c:pt>
                <c:pt idx="225">
                  <c:v>446</c:v>
                </c:pt>
                <c:pt idx="226">
                  <c:v>448</c:v>
                </c:pt>
                <c:pt idx="227">
                  <c:v>450</c:v>
                </c:pt>
                <c:pt idx="228">
                  <c:v>452</c:v>
                </c:pt>
                <c:pt idx="229">
                  <c:v>454</c:v>
                </c:pt>
                <c:pt idx="230">
                  <c:v>456</c:v>
                </c:pt>
                <c:pt idx="231">
                  <c:v>458</c:v>
                </c:pt>
                <c:pt idx="232">
                  <c:v>460</c:v>
                </c:pt>
                <c:pt idx="233">
                  <c:v>462</c:v>
                </c:pt>
                <c:pt idx="234">
                  <c:v>464</c:v>
                </c:pt>
                <c:pt idx="235">
                  <c:v>466</c:v>
                </c:pt>
                <c:pt idx="236">
                  <c:v>468</c:v>
                </c:pt>
                <c:pt idx="237">
                  <c:v>470</c:v>
                </c:pt>
                <c:pt idx="238">
                  <c:v>472</c:v>
                </c:pt>
                <c:pt idx="239">
                  <c:v>474</c:v>
                </c:pt>
                <c:pt idx="240">
                  <c:v>476</c:v>
                </c:pt>
                <c:pt idx="241">
                  <c:v>478</c:v>
                </c:pt>
                <c:pt idx="242">
                  <c:v>480</c:v>
                </c:pt>
                <c:pt idx="243">
                  <c:v>482</c:v>
                </c:pt>
                <c:pt idx="244">
                  <c:v>484</c:v>
                </c:pt>
                <c:pt idx="245">
                  <c:v>486</c:v>
                </c:pt>
                <c:pt idx="246">
                  <c:v>488</c:v>
                </c:pt>
                <c:pt idx="247">
                  <c:v>490</c:v>
                </c:pt>
                <c:pt idx="248">
                  <c:v>492</c:v>
                </c:pt>
                <c:pt idx="249">
                  <c:v>494</c:v>
                </c:pt>
                <c:pt idx="250">
                  <c:v>496</c:v>
                </c:pt>
                <c:pt idx="251">
                  <c:v>498</c:v>
                </c:pt>
                <c:pt idx="252">
                  <c:v>500</c:v>
                </c:pt>
                <c:pt idx="253">
                  <c:v>502</c:v>
                </c:pt>
                <c:pt idx="254">
                  <c:v>504</c:v>
                </c:pt>
                <c:pt idx="255">
                  <c:v>506</c:v>
                </c:pt>
                <c:pt idx="256">
                  <c:v>508</c:v>
                </c:pt>
                <c:pt idx="257">
                  <c:v>510</c:v>
                </c:pt>
                <c:pt idx="258">
                  <c:v>512</c:v>
                </c:pt>
                <c:pt idx="259">
                  <c:v>514</c:v>
                </c:pt>
                <c:pt idx="260">
                  <c:v>516</c:v>
                </c:pt>
                <c:pt idx="261">
                  <c:v>518</c:v>
                </c:pt>
                <c:pt idx="262">
                  <c:v>520</c:v>
                </c:pt>
                <c:pt idx="263">
                  <c:v>522</c:v>
                </c:pt>
                <c:pt idx="264">
                  <c:v>524</c:v>
                </c:pt>
                <c:pt idx="265">
                  <c:v>526</c:v>
                </c:pt>
                <c:pt idx="266">
                  <c:v>528</c:v>
                </c:pt>
                <c:pt idx="267">
                  <c:v>530</c:v>
                </c:pt>
                <c:pt idx="268">
                  <c:v>532</c:v>
                </c:pt>
                <c:pt idx="269">
                  <c:v>534</c:v>
                </c:pt>
                <c:pt idx="270">
                  <c:v>536</c:v>
                </c:pt>
                <c:pt idx="271">
                  <c:v>538</c:v>
                </c:pt>
                <c:pt idx="272">
                  <c:v>540</c:v>
                </c:pt>
                <c:pt idx="273">
                  <c:v>542</c:v>
                </c:pt>
                <c:pt idx="274">
                  <c:v>544</c:v>
                </c:pt>
                <c:pt idx="275">
                  <c:v>546</c:v>
                </c:pt>
                <c:pt idx="276">
                  <c:v>548</c:v>
                </c:pt>
                <c:pt idx="277">
                  <c:v>550</c:v>
                </c:pt>
                <c:pt idx="278">
                  <c:v>552</c:v>
                </c:pt>
                <c:pt idx="279">
                  <c:v>554</c:v>
                </c:pt>
                <c:pt idx="280">
                  <c:v>556</c:v>
                </c:pt>
                <c:pt idx="281">
                  <c:v>558</c:v>
                </c:pt>
                <c:pt idx="282">
                  <c:v>560</c:v>
                </c:pt>
                <c:pt idx="283">
                  <c:v>562</c:v>
                </c:pt>
                <c:pt idx="284">
                  <c:v>564</c:v>
                </c:pt>
                <c:pt idx="285">
                  <c:v>566</c:v>
                </c:pt>
                <c:pt idx="286">
                  <c:v>568</c:v>
                </c:pt>
                <c:pt idx="287">
                  <c:v>570</c:v>
                </c:pt>
                <c:pt idx="288">
                  <c:v>572</c:v>
                </c:pt>
                <c:pt idx="289">
                  <c:v>574</c:v>
                </c:pt>
                <c:pt idx="290">
                  <c:v>576</c:v>
                </c:pt>
                <c:pt idx="291">
                  <c:v>578</c:v>
                </c:pt>
                <c:pt idx="292">
                  <c:v>580</c:v>
                </c:pt>
                <c:pt idx="293">
                  <c:v>582</c:v>
                </c:pt>
                <c:pt idx="294">
                  <c:v>584</c:v>
                </c:pt>
                <c:pt idx="295">
                  <c:v>586</c:v>
                </c:pt>
                <c:pt idx="296">
                  <c:v>588</c:v>
                </c:pt>
                <c:pt idx="297">
                  <c:v>590</c:v>
                </c:pt>
                <c:pt idx="298">
                  <c:v>592</c:v>
                </c:pt>
                <c:pt idx="299">
                  <c:v>594</c:v>
                </c:pt>
                <c:pt idx="300">
                  <c:v>596</c:v>
                </c:pt>
                <c:pt idx="301">
                  <c:v>598</c:v>
                </c:pt>
              </c:numCache>
            </c:numRef>
          </c:xVal>
          <c:yVal>
            <c:numRef>
              <c:f>Sheet1!$D$2:$D$303</c:f>
              <c:numCache>
                <c:formatCode>General</c:formatCode>
                <c:ptCount val="302"/>
                <c:pt idx="0">
                  <c:v/>
                </c:pt>
                <c:pt idx="1">
                  <c:v/>
                </c:pt>
                <c:pt idx="2">
                  <c:v/>
                </c:pt>
                <c:pt idx="3">
                  <c:v/>
                </c:pt>
                <c:pt idx="4">
                  <c:v/>
                </c:pt>
                <c:pt idx="5">
                  <c:v/>
                </c:pt>
                <c:pt idx="6">
                  <c:v/>
                </c:pt>
                <c:pt idx="7">
                  <c:v/>
                </c:pt>
                <c:pt idx="8">
                  <c:v/>
                </c:pt>
                <c:pt idx="9">
                  <c:v/>
                </c:pt>
                <c:pt idx="10">
                  <c:v/>
                </c:pt>
                <c:pt idx="11">
                  <c:v/>
                </c:pt>
                <c:pt idx="12">
                  <c:v/>
                </c:pt>
                <c:pt idx="13">
                  <c:v/>
                </c:pt>
                <c:pt idx="14">
                  <c:v/>
                </c:pt>
                <c:pt idx="15">
                  <c:v>6</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6</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6.11</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6</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6</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0"/>
          <c:min val="0"/>
        </c:scaling>
        <c:delete val="0"/>
        <c:axPos val="b"/>
        <c:title>
          <c:tx>
            <c:rich>
              <a:bodyPr/>
              <a:lstStyle/>
              <a:p>
                <a:pPr>
                  <a:defRPr sz="1200" b="0" i="0" u="none" strike="noStrike">
                    <a:solidFill>
                      <a:srgbClr val="5B6470"/>
                    </a:solidFill>
                    <a:latin typeface="+mn-lt"/>
                  </a:defRPr>
                </a:pPr>
                <a:r>
                  <a:rPr sz="1200" b="0" i="0" u="none" strike="noStrike">
                    <a:solidFill>
                      <a:srgbClr val="5B6470"/>
                    </a:solidFill>
                    <a:latin typeface="+mn-lt"/>
                  </a:rPr>
                  <a:t>Time (µs)</a:t>
                </a:r>
              </a:p>
            </c:rich>
          </c:tx>
          <c:layout/>
          <c:overlay val="0"/>
        </c:title>
        <c:numFmt formatCode="General" sourceLinked="1"/>
        <c:majorTickMark val="none"/>
        <c:minorTickMark val="none"/>
        <c:tickLblPos val="nextTo"/>
        <c:spPr>
          <a:ln w="12700" cap="flat">
            <a:solidFill>
              <a:srgbClr val="BFC5CA"/>
            </a:solidFill>
            <a:prstDash val="solid"/>
            <a:round/>
          </a:ln>
        </c:spPr>
        <c:txPr>
          <a:bodyPr/>
          <a:lstStyle/>
          <a:p>
            <a:pPr>
              <a:defRPr sz="1100" b="0" i="0" u="none" strike="noStrike">
                <a:solidFill>
                  <a:srgbClr val="5B6470"/>
                </a:solidFill>
                <a:latin typeface="+mn-lt"/>
              </a:defRPr>
            </a:pPr>
            <a:endParaRPr lang="en-US"/>
          </a:p>
        </c:txPr>
        <c:crossAx val="2094734552"/>
        <c:crosses val="autoZero"/>
        <c:auto val="1"/>
        <c:lblAlgn val="ctr"/>
        <c:noMultiLvlLbl val="1"/>
      </c:valAx>
      <c:valAx>
        <c:axId val="2094734552"/>
        <c:scaling>
          <c:orientation val="minMax"/>
          <c:max val="45"/>
          <c:min val="0"/>
        </c:scaling>
        <c:delete val="0"/>
        <c:axPos val="l"/>
        <c:majorGridlines>
          <c:spPr>
            <a:ln w="9525" cap="flat">
              <a:solidFill>
                <a:srgbClr val="E3E6E8"/>
              </a:solidFill>
              <a:prstDash val="solid"/>
              <a:round/>
            </a:ln>
          </c:spPr>
        </c:majorGridlines>
        <c:title>
          <c:tx>
            <c:rich>
              <a:bodyPr/>
              <a:lstStyle/>
              <a:p>
                <a:pPr>
                  <a:defRPr sz="1200" b="0" i="0" u="none" strike="noStrike">
                    <a:solidFill>
                      <a:srgbClr val="5B6470"/>
                    </a:solidFill>
                    <a:latin typeface="+mn-lt"/>
                  </a:defRPr>
                </a:pPr>
                <a:r>
                  <a:rPr sz="1200" b="0" i="0" u="none" strike="noStrike">
                    <a:solidFill>
                      <a:srgbClr val="5B6470"/>
                    </a:solidFill>
                    <a:latin typeface="+mn-lt"/>
                  </a:rPr>
                  <a:t>Current (mA)</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5B6470"/>
                </a:solidFill>
                <a:latin typeface="+mn-lt"/>
              </a:defRPr>
            </a:pPr>
            <a:endParaRPr lang="en-US"/>
          </a:p>
        </c:txPr>
        <c:crossAx val="2094734554"/>
        <c:crosses val="autoZero"/>
        <c:crossBetween val="midCat"/>
        <c:majorUnit val="10"/>
      </c:valAx>
      <c:spPr>
        <a:noFill/>
        <a:ln>
          <a:noFill/>
        </a:ln>
        <a:effectLst/>
      </c:spPr>
    </c:plotArea>
    <c:legend>
      <c:legendPos val="b"/>
      <c:overlay val="0"/>
      <c:txPr>
        <a:bodyPr/>
        <a:lstStyle/>
        <a:p>
          <a:pPr>
            <a:defRPr sz="1100">
              <a:solidFill>
                <a:srgbClr val="5B64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about the four high-voltage amplifiers that drive the steerer plates. The goal is to know exactly what each amplifier is driving and how close we run to its limits, because we want to run them for long irradiations without them ever hitting LIMIT or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of these chains, one for each plate. The function generator makes a small waveform, the amplifier multiplies it by 1000, and the cable carries it into the vacuum to the plate. Each amplifier has two monitor outputs, one for voltage and one for current, and the LabJack records both. That is the only window we have into what the amplifier is actually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equation is the whole model. A capacitor only takes current while you are changing its voltage. Hold a voltage steady and almost no current flows, only leakage. Because the raster uses a triangle wave, the voltage changes at a constant rate, so the current is flat and just reverses at each turn. In this example that is about 6.4 mA. Double the frequency or the amplitude and the current doubles. So if we know C, we can predict the current before we ever turn the amplifier on. That is why measuring C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trust a single number. Method A drives sine waves and looks at the timing between current and voltage: a perfect capacitor's current is exactly a quarter cycle ahead, and any shortfall is leakage. Method B holds DC and averages for ten seconds, which pulls a microamp-level leak out of the noise. Method C uses square-wave steps and adds up the charge in each spike. Charge is preserved even when the monitor smooths the spike, so this one does not depend on how fast the monitor is. If A and C agree, we have a real capacitance and not an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Measuring the total only tells us how big the load is, not where it comes from. So we build it up one piece at a time: the amplifier alone, then with the cable attached, then with everything. The difference between rows is each piece. From geometry we would expect only about 125 pF in total, and the plates themselves are only about 3 pF. Our earlier measurements came out far higher than that, which is why this breakdown matters: if most of it is inside the amplifier, we cannot reduce it; if it is in the cable, we can. That decides how fast we can raster.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numbers from the manual that define the safe zone. Twenty milliamps is what the amplifier can hold indefinitely. One hundred milliamps is allowed only for a few milliseconds, which is enough for the short spike you get when the voltage jumps. After a burst like that the amplifier recovers at a reduced current for a tenth of a second. I have asked the manufacturer exactly how the LIMIT and TRIP circuits decide when to act, because during an irradiation the point is that they never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chart that matters most for planning. Each sloped line is one amplitude. As frequency goes up, current goes up in proportion. Where a sloped line crosses 20 mA is the fastest we can raster at that amplitude. The 100 mA line is there only to show the spike headroom. A raster draws steady current, so it is held to the 20 mA line, not the 100. In the app, each plate gets its own line from its own measured capacitance, with the date it was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grey line is a short spike as it really happens. The current monitor can only respond so fast, so it shows a rounded, lower peak, about 31.9 mA instead of 40. During an irradiation the LabJack reads each monitor only every 133 microseconds, so in this example it never lands on the spike at all. That is why I only trust spike charge and steady values from the app. For the height of short spikes I will put a scope on the monitor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going forward. First, find out where the amplifier really clamps instead of trusting the manual. Then measure every plate's capacitance two independent ways and break it down by what is connected. Then step the voltage up to full scale to make sure nothing changes with voltage, which would mean a discharge. Then swap the X and Y amplifiers, so we can tell whether a bad channel is the amplifier or the wiring. And finally, run the exact experimental waveform for twelve hours while logging every spike, so we have evidence that long irradiations are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10515600" cy="1188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3" name="Text 0"/>
          <p:cNvSpPr/>
          <p:nvPr>
            <p:ph idx="101" type="body" hasCustomPrompt="1"/>
          </p:nvPr>
        </p:nvSpPr>
        <p:spPr>
          <a:xfrm>
            <a:off x="822960" y="3520440"/>
            <a:ext cx="10515600" cy="822960"/>
          </a:xfrm>
          <a:prstGeom prst="rect">
            <a:avLst/>
          </a:prstGeom>
          <a:noFill/>
          <a:ln/>
        </p:spPr>
        <p:txBody>
          <a:bodyPr wrap="square" rtlCol="0"/>
          <a:lstStyle>
            <a:lvl1pPr indent="0" marL="0">
              <a:buNone/>
              <a:defRPr lang="en-US" sz="2000" dirty="0">
                <a:solidFill>
                  <a:schemeClr val="tx2"/>
                </a:solidFill>
              </a:defRPr>
            </a:lvl1pPr>
          </a:lstStyle>
          <a:p>
            <a:pPr indent="0" marL="0">
              <a:buNone/>
            </a:pPr>
            <a:endParaRPr lang="en-US" sz="2000" dirty="0"/>
          </a:p>
        </p:txBody>
      </p:sp>
      <p:sp>
        <p:nvSpPr>
          <p:cNvPr id="4" name="Text 0"/>
          <p:cNvSpPr/>
          <p:nvPr>
            <p:ph idx="102" type="body" hasCustomPrompt="1"/>
          </p:nvPr>
        </p:nvSpPr>
        <p:spPr>
          <a:xfrm>
            <a:off x="822960" y="5669280"/>
            <a:ext cx="10515600" cy="457200"/>
          </a:xfrm>
          <a:prstGeom prst="rect">
            <a:avLst/>
          </a:prstGeom>
          <a:noFill/>
          <a:ln/>
        </p:spPr>
        <p:txBody>
          <a:bodyPr wrap="square" rtlCol="0"/>
          <a:lstStyle>
            <a:lvl1pPr indent="0" marL="0">
              <a:buNone/>
              <a:defRPr lang="en-US" sz="1400" dirty="0">
                <a:solidFill>
                  <a:schemeClr val="tx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10515600" cy="1188720"/>
          </a:xfrm>
          <a:prstGeom prst="rect">
            <a:avLst/>
          </a:prstGeom>
          <a:noFill/>
          <a:ln/>
        </p:spPr>
        <p:txBody>
          <a:bodyPr wrap="square" lIns="0" tIns="0" rIns="0" bIns="0" rtlCol="0" anchor="b"/>
          <a:lstStyle/>
          <a:p>
            <a:pPr algn="l" indent="0" marL="0">
              <a:buNone/>
            </a:pPr>
            <a:r>
              <a:rPr lang="en-US" sz="4400" b="1" dirty="0">
                <a:solidFill>
                  <a:schemeClr val="tx1"/>
                </a:solidFill>
              </a:rPr>
              <a:t>Steerer amplifier load characterization</a:t>
            </a:r>
            <a:endParaRPr lang="en-US" sz="4400" dirty="0"/>
          </a:p>
        </p:txBody>
      </p:sp>
      <p:sp>
        <p:nvSpPr>
          <p:cNvPr id="3" name="Text 0"/>
          <p:cNvSpPr/>
          <p:nvPr>
            <p:ph idx="101" type="body" hasCustomPrompt="1"/>
          </p:nvPr>
        </p:nvSpPr>
        <p:spPr>
          <a:xfrm>
            <a:off x="822960" y="3520440"/>
            <a:ext cx="10515600" cy="822960"/>
          </a:xfrm>
          <a:prstGeom prst="rect">
            <a:avLst/>
          </a:prstGeom>
          <a:noFill/>
          <a:ln/>
        </p:spPr>
        <p:txBody>
          <a:bodyPr wrap="square" lIns="0" tIns="0" rIns="0" bIns="0" rtlCol="0" anchor="t"/>
          <a:lstStyle/>
          <a:p>
            <a:pPr indent="0" marL="0">
              <a:buNone/>
            </a:pPr>
            <a:r>
              <a:rPr lang="en-US" sz="2000" dirty="0">
                <a:solidFill>
                  <a:schemeClr val="tx2"/>
                </a:solidFill>
              </a:rPr>
              <a:t>What the EEL5000 amplifiers drive, how we measure it, and where the limits are</a:t>
            </a:r>
            <a:endParaRPr lang="en-US" sz="2000" dirty="0"/>
          </a:p>
        </p:txBody>
      </p:sp>
      <p:sp>
        <p:nvSpPr>
          <p:cNvPr id="4" name="Text 0"/>
          <p:cNvSpPr/>
          <p:nvPr>
            <p:ph idx="102" type="body" hasCustomPrompt="1"/>
          </p:nvPr>
        </p:nvSpPr>
        <p:spPr>
          <a:xfrm>
            <a:off x="822960" y="5669280"/>
            <a:ext cx="10515600" cy="457200"/>
          </a:xfrm>
          <a:prstGeom prst="rect">
            <a:avLst/>
          </a:prstGeom>
          <a:noFill/>
          <a:ln/>
        </p:spPr>
        <p:txBody>
          <a:bodyPr wrap="square" lIns="0" tIns="0" rIns="0" bIns="0" rtlCol="0"/>
          <a:lstStyle/>
          <a:p>
            <a:pPr indent="0" marL="0">
              <a:buNone/>
            </a:pPr>
            <a:r>
              <a:rPr lang="en-US" sz="1400" dirty="0">
                <a:solidFill>
                  <a:schemeClr val="tx2"/>
                </a:solidFill>
              </a:rPr>
              <a:t>Isaac Legault  ·  Hirst Lab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t"/>
          <a:lstStyle/>
          <a:p>
            <a:pPr algn="l" indent="0" marL="0">
              <a:buNone/>
            </a:pPr>
            <a:r>
              <a:rPr lang="en-US" sz="3600" b="1" dirty="0">
                <a:solidFill>
                  <a:schemeClr val="tx1"/>
                </a:solidFill>
              </a:rPr>
              <a:t>One chain per steerer plate</a:t>
            </a:r>
            <a:endParaRPr lang="en-US" sz="3600" dirty="0"/>
          </a:p>
        </p:txBody>
      </p:sp>
      <p:sp>
        <p:nvSpPr>
          <p:cNvPr id="3" name="chain-0"/>
          <p:cNvSpPr/>
          <p:nvPr/>
        </p:nvSpPr>
        <p:spPr>
          <a:xfrm>
            <a:off x="640080" y="1737360"/>
            <a:ext cx="1874520" cy="1234440"/>
          </a:xfrm>
          <a:prstGeom prst="roundRect">
            <a:avLst>
              <a:gd name="adj" fmla="val 5926"/>
            </a:avLst>
          </a:prstGeom>
          <a:solidFill>
            <a:schemeClr val="bg2"/>
          </a:solidFill>
          <a:ln/>
        </p:spPr>
      </p:sp>
      <p:sp>
        <p:nvSpPr>
          <p:cNvPr id="4" name="Text 2"/>
          <p:cNvSpPr txBox="1"/>
          <p:nvPr/>
        </p:nvSpPr>
        <p:spPr>
          <a:xfrm>
            <a:off x="777240" y="1874520"/>
            <a:ext cx="1600200" cy="960120"/>
          </a:xfrm>
          <a:prstGeom prst="rect">
            <a:avLst/>
          </a:prstGeom>
          <a:noFill/>
          <a:ln/>
        </p:spPr>
        <p:txBody>
          <a:bodyPr wrap="square" lIns="0" tIns="0" rIns="0" bIns="0" rtlCol="0" anchor="ctr"/>
          <a:lstStyle/>
          <a:p>
            <a:pPr indent="0" marL="0">
              <a:buNone/>
            </a:pPr>
            <a:r>
              <a:rPr lang="en-US" sz="1600" b="1" dirty="0">
                <a:solidFill>
                  <a:schemeClr val="tx1"/>
                </a:solidFill>
              </a:rPr>
              <a:t>Function generator</a:t>
            </a:r>
            <a:endParaRPr lang="en-US" sz="1600" dirty="0"/>
          </a:p>
          <a:p>
            <a:pPr indent="0" marL="0">
              <a:buNone/>
            </a:pPr>
            <a:r>
              <a:rPr lang="en-US" sz="1300" dirty="0">
                <a:solidFill>
                  <a:schemeClr val="tx2"/>
                </a:solidFill>
              </a:rPr>
              <a:t>DG1022Z</a:t>
            </a:r>
            <a:endParaRPr lang="en-US" sz="1600" dirty="0"/>
          </a:p>
          <a:p>
            <a:pPr indent="0" marL="0">
              <a:buNone/>
            </a:pPr>
            <a:r>
              <a:rPr lang="en-US" sz="1300" dirty="0">
                <a:solidFill>
                  <a:schemeClr val="tx2"/>
                </a:solidFill>
              </a:rPr>
              <a:t>±5 V</a:t>
            </a:r>
            <a:endParaRPr lang="en-US" sz="1600" dirty="0"/>
          </a:p>
        </p:txBody>
      </p:sp>
      <p:sp>
        <p:nvSpPr>
          <p:cNvPr id="5" name="Shape 3"/>
          <p:cNvSpPr/>
          <p:nvPr/>
        </p:nvSpPr>
        <p:spPr>
          <a:xfrm>
            <a:off x="2569464" y="2354580"/>
            <a:ext cx="274320" cy="0"/>
          </a:xfrm>
          <a:prstGeom prst="line">
            <a:avLst/>
          </a:prstGeom>
          <a:noFill/>
          <a:ln w="19050">
            <a:solidFill>
              <a:srgbClr val="64748B"/>
            </a:solidFill>
            <a:prstDash val="solid"/>
            <a:tailEnd type="triangle"/>
          </a:ln>
        </p:spPr>
      </p:sp>
      <p:sp>
        <p:nvSpPr>
          <p:cNvPr id="6" name="chain-1"/>
          <p:cNvSpPr/>
          <p:nvPr/>
        </p:nvSpPr>
        <p:spPr>
          <a:xfrm>
            <a:off x="2898648" y="1737360"/>
            <a:ext cx="1874520" cy="1234440"/>
          </a:xfrm>
          <a:prstGeom prst="roundRect">
            <a:avLst>
              <a:gd name="adj" fmla="val 5926"/>
            </a:avLst>
          </a:prstGeom>
          <a:solidFill>
            <a:schemeClr val="accent1"/>
          </a:solidFill>
          <a:ln/>
        </p:spPr>
      </p:sp>
      <p:sp>
        <p:nvSpPr>
          <p:cNvPr id="7" name="Text 5"/>
          <p:cNvSpPr txBox="1"/>
          <p:nvPr/>
        </p:nvSpPr>
        <p:spPr>
          <a:xfrm>
            <a:off x="3035808" y="1874520"/>
            <a:ext cx="1600200" cy="960120"/>
          </a:xfrm>
          <a:prstGeom prst="rect">
            <a:avLst/>
          </a:prstGeom>
          <a:noFill/>
          <a:ln/>
        </p:spPr>
        <p:txBody>
          <a:bodyPr wrap="square" lIns="0" tIns="0" rIns="0" bIns="0" rtlCol="0" anchor="ctr"/>
          <a:lstStyle/>
          <a:p>
            <a:pPr indent="0" marL="0">
              <a:buNone/>
            </a:pPr>
            <a:r>
              <a:rPr lang="en-US" sz="1600" b="1" dirty="0">
                <a:solidFill>
                  <a:schemeClr val="bg1"/>
                </a:solidFill>
              </a:rPr>
              <a:t>HV amplifier</a:t>
            </a:r>
            <a:endParaRPr lang="en-US" sz="1600" dirty="0"/>
          </a:p>
          <a:p>
            <a:pPr indent="0" marL="0">
              <a:buNone/>
            </a:pPr>
            <a:r>
              <a:rPr lang="en-US" sz="1300" dirty="0">
                <a:solidFill>
                  <a:schemeClr val="bg1"/>
                </a:solidFill>
              </a:rPr>
              <a:t>EEL5000</a:t>
            </a:r>
            <a:endParaRPr lang="en-US" sz="1600" dirty="0"/>
          </a:p>
          <a:p>
            <a:pPr indent="0" marL="0">
              <a:buNone/>
            </a:pPr>
            <a:r>
              <a:rPr lang="en-US" sz="1300" dirty="0">
                <a:solidFill>
                  <a:schemeClr val="bg1"/>
                </a:solidFill>
              </a:rPr>
              <a:t>×1000, up to ±5 kV</a:t>
            </a:r>
            <a:endParaRPr lang="en-US" sz="1600" dirty="0"/>
          </a:p>
        </p:txBody>
      </p:sp>
      <p:sp>
        <p:nvSpPr>
          <p:cNvPr id="8" name="Shape 6"/>
          <p:cNvSpPr/>
          <p:nvPr/>
        </p:nvSpPr>
        <p:spPr>
          <a:xfrm>
            <a:off x="4828032" y="2354580"/>
            <a:ext cx="274320" cy="0"/>
          </a:xfrm>
          <a:prstGeom prst="line">
            <a:avLst/>
          </a:prstGeom>
          <a:noFill/>
          <a:ln w="19050">
            <a:solidFill>
              <a:srgbClr val="64748B"/>
            </a:solidFill>
            <a:prstDash val="solid"/>
            <a:tailEnd type="triangle"/>
          </a:ln>
        </p:spPr>
      </p:sp>
      <p:sp>
        <p:nvSpPr>
          <p:cNvPr id="9" name="chain-2"/>
          <p:cNvSpPr/>
          <p:nvPr/>
        </p:nvSpPr>
        <p:spPr>
          <a:xfrm>
            <a:off x="5157216" y="1737360"/>
            <a:ext cx="1874520" cy="1234440"/>
          </a:xfrm>
          <a:prstGeom prst="roundRect">
            <a:avLst>
              <a:gd name="adj" fmla="val 5926"/>
            </a:avLst>
          </a:prstGeom>
          <a:solidFill>
            <a:schemeClr val="bg2"/>
          </a:solidFill>
          <a:ln/>
        </p:spPr>
      </p:sp>
      <p:sp>
        <p:nvSpPr>
          <p:cNvPr id="10" name="Text 8"/>
          <p:cNvSpPr txBox="1"/>
          <p:nvPr/>
        </p:nvSpPr>
        <p:spPr>
          <a:xfrm>
            <a:off x="5294376" y="1874520"/>
            <a:ext cx="1600200" cy="960120"/>
          </a:xfrm>
          <a:prstGeom prst="rect">
            <a:avLst/>
          </a:prstGeom>
          <a:noFill/>
          <a:ln/>
        </p:spPr>
        <p:txBody>
          <a:bodyPr wrap="square" lIns="0" tIns="0" rIns="0" bIns="0" rtlCol="0" anchor="ctr"/>
          <a:lstStyle/>
          <a:p>
            <a:pPr indent="0" marL="0">
              <a:buNone/>
            </a:pPr>
            <a:r>
              <a:rPr lang="en-US" sz="1600" b="1" dirty="0">
                <a:solidFill>
                  <a:schemeClr val="tx1"/>
                </a:solidFill>
              </a:rPr>
              <a:t>HV cable</a:t>
            </a:r>
            <a:endParaRPr lang="en-US" sz="1600" dirty="0"/>
          </a:p>
          <a:p>
            <a:pPr indent="0" marL="0">
              <a:buNone/>
            </a:pPr>
            <a:r>
              <a:rPr lang="en-US" sz="1300" dirty="0">
                <a:solidFill>
                  <a:schemeClr val="tx2"/>
                </a:solidFill>
              </a:rPr>
              <a:t>~6 ft coax</a:t>
            </a:r>
            <a:endParaRPr lang="en-US" sz="1600" dirty="0"/>
          </a:p>
        </p:txBody>
      </p:sp>
      <p:sp>
        <p:nvSpPr>
          <p:cNvPr id="11" name="Shape 9"/>
          <p:cNvSpPr/>
          <p:nvPr/>
        </p:nvSpPr>
        <p:spPr>
          <a:xfrm>
            <a:off x="7086600" y="2354580"/>
            <a:ext cx="274320" cy="0"/>
          </a:xfrm>
          <a:prstGeom prst="line">
            <a:avLst/>
          </a:prstGeom>
          <a:noFill/>
          <a:ln w="19050">
            <a:solidFill>
              <a:srgbClr val="64748B"/>
            </a:solidFill>
            <a:prstDash val="solid"/>
            <a:tailEnd type="triangle"/>
          </a:ln>
        </p:spPr>
      </p:sp>
      <p:sp>
        <p:nvSpPr>
          <p:cNvPr id="12" name="chain-3"/>
          <p:cNvSpPr/>
          <p:nvPr/>
        </p:nvSpPr>
        <p:spPr>
          <a:xfrm>
            <a:off x="7415784" y="1737360"/>
            <a:ext cx="1874520" cy="1234440"/>
          </a:xfrm>
          <a:prstGeom prst="roundRect">
            <a:avLst>
              <a:gd name="adj" fmla="val 5926"/>
            </a:avLst>
          </a:prstGeom>
          <a:solidFill>
            <a:schemeClr val="bg2"/>
          </a:solidFill>
          <a:ln/>
        </p:spPr>
      </p:sp>
      <p:sp>
        <p:nvSpPr>
          <p:cNvPr id="13" name="Text 11"/>
          <p:cNvSpPr txBox="1"/>
          <p:nvPr/>
        </p:nvSpPr>
        <p:spPr>
          <a:xfrm>
            <a:off x="7552944" y="1874520"/>
            <a:ext cx="1600200" cy="960120"/>
          </a:xfrm>
          <a:prstGeom prst="rect">
            <a:avLst/>
          </a:prstGeom>
          <a:noFill/>
          <a:ln/>
        </p:spPr>
        <p:txBody>
          <a:bodyPr wrap="square" lIns="0" tIns="0" rIns="0" bIns="0" rtlCol="0" anchor="ctr"/>
          <a:lstStyle/>
          <a:p>
            <a:pPr indent="0" marL="0">
              <a:buNone/>
            </a:pPr>
            <a:r>
              <a:rPr lang="en-US" sz="1600" b="1" dirty="0">
                <a:solidFill>
                  <a:schemeClr val="tx1"/>
                </a:solidFill>
              </a:rPr>
              <a:t>Feedthrough</a:t>
            </a:r>
            <a:endParaRPr lang="en-US" sz="1600" dirty="0"/>
          </a:p>
          <a:p>
            <a:pPr indent="0" marL="0">
              <a:buNone/>
            </a:pPr>
            <a:r>
              <a:rPr lang="en-US" sz="1300" dirty="0">
                <a:solidFill>
                  <a:schemeClr val="tx2"/>
                </a:solidFill>
              </a:rPr>
              <a:t>into vacuum</a:t>
            </a:r>
            <a:endParaRPr lang="en-US" sz="1600" dirty="0"/>
          </a:p>
        </p:txBody>
      </p:sp>
      <p:sp>
        <p:nvSpPr>
          <p:cNvPr id="14" name="Shape 12"/>
          <p:cNvSpPr/>
          <p:nvPr/>
        </p:nvSpPr>
        <p:spPr>
          <a:xfrm>
            <a:off x="9345168" y="2354580"/>
            <a:ext cx="274320" cy="0"/>
          </a:xfrm>
          <a:prstGeom prst="line">
            <a:avLst/>
          </a:prstGeom>
          <a:noFill/>
          <a:ln w="19050">
            <a:solidFill>
              <a:srgbClr val="64748B"/>
            </a:solidFill>
            <a:prstDash val="solid"/>
            <a:tailEnd type="triangle"/>
          </a:ln>
        </p:spPr>
      </p:sp>
      <p:sp>
        <p:nvSpPr>
          <p:cNvPr id="15" name="chain-4"/>
          <p:cNvSpPr/>
          <p:nvPr/>
        </p:nvSpPr>
        <p:spPr>
          <a:xfrm>
            <a:off x="9674352" y="1737360"/>
            <a:ext cx="1874520" cy="1234440"/>
          </a:xfrm>
          <a:prstGeom prst="roundRect">
            <a:avLst>
              <a:gd name="adj" fmla="val 5926"/>
            </a:avLst>
          </a:prstGeom>
          <a:solidFill>
            <a:schemeClr val="bg2"/>
          </a:solidFill>
          <a:ln/>
        </p:spPr>
      </p:sp>
      <p:sp>
        <p:nvSpPr>
          <p:cNvPr id="16" name="Text 14"/>
          <p:cNvSpPr txBox="1"/>
          <p:nvPr/>
        </p:nvSpPr>
        <p:spPr>
          <a:xfrm>
            <a:off x="9811512" y="1874520"/>
            <a:ext cx="1600200" cy="960120"/>
          </a:xfrm>
          <a:prstGeom prst="rect">
            <a:avLst/>
          </a:prstGeom>
          <a:noFill/>
          <a:ln/>
        </p:spPr>
        <p:txBody>
          <a:bodyPr wrap="square" lIns="0" tIns="0" rIns="0" bIns="0" rtlCol="0" anchor="ctr"/>
          <a:lstStyle/>
          <a:p>
            <a:pPr indent="0" marL="0">
              <a:buNone/>
            </a:pPr>
            <a:r>
              <a:rPr lang="en-US" sz="1600" b="1" dirty="0">
                <a:solidFill>
                  <a:schemeClr val="tx1"/>
                </a:solidFill>
              </a:rPr>
              <a:t>Steerer plate</a:t>
            </a:r>
            <a:endParaRPr lang="en-US" sz="1600" dirty="0"/>
          </a:p>
          <a:p>
            <a:pPr indent="0" marL="0">
              <a:buNone/>
            </a:pPr>
            <a:r>
              <a:rPr lang="en-US" sz="1300" dirty="0">
                <a:solidFill>
                  <a:schemeClr val="tx2"/>
                </a:solidFill>
              </a:rPr>
              <a:t>X+, X-, Y+ or Y-</a:t>
            </a:r>
            <a:endParaRPr lang="en-US" sz="1600" dirty="0"/>
          </a:p>
        </p:txBody>
      </p:sp>
      <p:sp>
        <p:nvSpPr>
          <p:cNvPr id="17" name="Shape 15"/>
          <p:cNvSpPr/>
          <p:nvPr/>
        </p:nvSpPr>
        <p:spPr>
          <a:xfrm>
            <a:off x="3835908" y="3017520"/>
            <a:ext cx="0" cy="502920"/>
          </a:xfrm>
          <a:prstGeom prst="line">
            <a:avLst/>
          </a:prstGeom>
          <a:noFill/>
          <a:ln w="19050">
            <a:solidFill>
              <a:srgbClr val="64748B"/>
            </a:solidFill>
            <a:prstDash val="solid"/>
            <a:tailEnd type="triangle"/>
          </a:ln>
        </p:spPr>
      </p:sp>
      <p:sp>
        <p:nvSpPr>
          <p:cNvPr id="18" name="monitors"/>
          <p:cNvSpPr/>
          <p:nvPr/>
        </p:nvSpPr>
        <p:spPr>
          <a:xfrm>
            <a:off x="2532888" y="3566160"/>
            <a:ext cx="2606040" cy="1051560"/>
          </a:xfrm>
          <a:prstGeom prst="roundRect">
            <a:avLst>
              <a:gd name="adj" fmla="val 6957"/>
            </a:avLst>
          </a:prstGeom>
          <a:solidFill>
            <a:schemeClr val="bg2"/>
          </a:solidFill>
          <a:ln/>
        </p:spPr>
      </p:sp>
      <p:sp>
        <p:nvSpPr>
          <p:cNvPr id="19" name="Text 17"/>
          <p:cNvSpPr txBox="1"/>
          <p:nvPr/>
        </p:nvSpPr>
        <p:spPr>
          <a:xfrm>
            <a:off x="2670048" y="3657600"/>
            <a:ext cx="2331720" cy="868680"/>
          </a:xfrm>
          <a:prstGeom prst="rect">
            <a:avLst/>
          </a:prstGeom>
          <a:noFill/>
          <a:ln/>
        </p:spPr>
        <p:txBody>
          <a:bodyPr wrap="square" lIns="0" tIns="0" rIns="0" bIns="0" rtlCol="0" anchor="ctr"/>
          <a:lstStyle/>
          <a:p>
            <a:pPr indent="0" marL="0">
              <a:buNone/>
            </a:pPr>
            <a:r>
              <a:rPr lang="en-US" sz="1600" b="1" dirty="0">
                <a:solidFill>
                  <a:srgbClr val="000000"/>
                </a:solidFill>
              </a:rPr>
              <a:t>Built-in monitors</a:t>
            </a:r>
            <a:endParaRPr lang="en-US" sz="1600" dirty="0"/>
          </a:p>
          <a:p>
            <a:pPr indent="0" marL="0">
              <a:buNone/>
            </a:pPr>
            <a:r>
              <a:rPr lang="en-US" sz="1300" dirty="0">
                <a:solidFill>
                  <a:schemeClr val="tx2"/>
                </a:solidFill>
              </a:rPr>
              <a:t>Voltage: 1 V = 1 kV</a:t>
            </a:r>
            <a:endParaRPr lang="en-US" sz="1600" dirty="0"/>
          </a:p>
          <a:p>
            <a:pPr indent="0" marL="0">
              <a:buNone/>
            </a:pPr>
            <a:r>
              <a:rPr lang="en-US" sz="1300" dirty="0">
                <a:solidFill>
                  <a:schemeClr val="tx2"/>
                </a:solidFill>
              </a:rPr>
              <a:t>Current: 1 V = 10 mA</a:t>
            </a:r>
            <a:endParaRPr lang="en-US" sz="1600" dirty="0"/>
          </a:p>
        </p:txBody>
      </p:sp>
      <p:sp>
        <p:nvSpPr>
          <p:cNvPr id="20" name="Shape 18"/>
          <p:cNvSpPr/>
          <p:nvPr/>
        </p:nvSpPr>
        <p:spPr>
          <a:xfrm>
            <a:off x="5184648" y="4087368"/>
            <a:ext cx="640080" cy="0"/>
          </a:xfrm>
          <a:prstGeom prst="line">
            <a:avLst/>
          </a:prstGeom>
          <a:noFill/>
          <a:ln w="19050">
            <a:solidFill>
              <a:srgbClr val="64748B"/>
            </a:solidFill>
            <a:prstDash val="solid"/>
            <a:tailEnd type="triangle"/>
          </a:ln>
        </p:spPr>
      </p:sp>
      <p:sp>
        <p:nvSpPr>
          <p:cNvPr id="21" name="Text 19"/>
          <p:cNvSpPr txBox="1"/>
          <p:nvPr/>
        </p:nvSpPr>
        <p:spPr>
          <a:xfrm>
            <a:off x="5961888" y="3703320"/>
            <a:ext cx="3291840" cy="777240"/>
          </a:xfrm>
          <a:prstGeom prst="rect">
            <a:avLst/>
          </a:prstGeom>
          <a:noFill/>
          <a:ln/>
        </p:spPr>
        <p:txBody>
          <a:bodyPr wrap="square" lIns="0" tIns="0" rIns="0" bIns="0" rtlCol="0" anchor="ctr"/>
          <a:lstStyle/>
          <a:p>
            <a:pPr indent="0" marL="0">
              <a:buNone/>
            </a:pPr>
            <a:r>
              <a:rPr lang="en-US" sz="1600" b="1" dirty="0">
                <a:solidFill>
                  <a:srgbClr val="000000"/>
                </a:solidFill>
              </a:rPr>
              <a:t>LabJack T7</a:t>
            </a:r>
            <a:endParaRPr lang="en-US" sz="1600" dirty="0"/>
          </a:p>
          <a:p>
            <a:pPr indent="0" marL="0">
              <a:buNone/>
            </a:pPr>
            <a:r>
              <a:rPr lang="en-US" sz="1300" dirty="0">
                <a:solidFill>
                  <a:schemeClr val="tx2"/>
                </a:solidFill>
              </a:rPr>
              <a:t>records both monitors in the RBL app</a:t>
            </a:r>
            <a:endParaRPr lang="en-US" sz="1600" dirty="0"/>
          </a:p>
        </p:txBody>
      </p:sp>
      <p:sp>
        <p:nvSpPr>
          <p:cNvPr id="22" name="Text 20"/>
          <p:cNvSpPr txBox="1"/>
          <p:nvPr/>
        </p:nvSpPr>
        <p:spPr>
          <a:xfrm>
            <a:off x="640080" y="5760720"/>
            <a:ext cx="10881360" cy="411480"/>
          </a:xfrm>
          <a:prstGeom prst="rect">
            <a:avLst/>
          </a:prstGeom>
          <a:noFill/>
          <a:ln/>
        </p:spPr>
        <p:txBody>
          <a:bodyPr wrap="square" lIns="0" tIns="0" rIns="0" bIns="0" rtlCol="0" anchor="t"/>
          <a:lstStyle/>
          <a:p>
            <a:pPr indent="0" marL="0">
              <a:buNone/>
            </a:pPr>
            <a:r>
              <a:rPr lang="en-US" sz="1600" dirty="0">
                <a:solidFill>
                  <a:schemeClr val="tx2"/>
                </a:solidFill>
              </a:rPr>
              <a:t>Everything the app knows about the load comes from those two monitors.</a:t>
            </a:r>
            <a:endParaRPr lang="en-US" sz="16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t"/>
          <a:lstStyle/>
          <a:p>
            <a:pPr algn="l" indent="0" marL="0">
              <a:buNone/>
            </a:pPr>
            <a:r>
              <a:rPr lang="en-US" sz="3600" b="1" dirty="0">
                <a:solidFill>
                  <a:schemeClr val="tx1"/>
                </a:solidFill>
              </a:rPr>
              <a:t>Current only flows while the voltage is changing</a:t>
            </a:r>
            <a:endParaRPr lang="en-US" sz="3600" dirty="0"/>
          </a:p>
        </p:txBody>
      </p:sp>
      <p:sp>
        <p:nvSpPr>
          <p:cNvPr id="3" name="Text 1"/>
          <p:cNvSpPr txBox="1"/>
          <p:nvPr/>
        </p:nvSpPr>
        <p:spPr>
          <a:xfrm>
            <a:off x="640080" y="1554480"/>
            <a:ext cx="3840480" cy="822960"/>
          </a:xfrm>
          <a:prstGeom prst="rect">
            <a:avLst/>
          </a:prstGeom>
          <a:noFill/>
          <a:ln/>
        </p:spPr>
        <p:txBody>
          <a:bodyPr wrap="square" lIns="0" tIns="0" rIns="0" bIns="0" rtlCol="0" anchor="t"/>
          <a:lstStyle/>
          <a:p>
            <a:pPr indent="0" marL="0">
              <a:buNone/>
            </a:pPr>
            <a:r>
              <a:rPr lang="en-US" sz="4000" b="1" dirty="0">
                <a:solidFill>
                  <a:schemeClr val="tx1"/>
                </a:solidFill>
              </a:rPr>
              <a:t>I = C · dV/dt</a:t>
            </a:r>
            <a:endParaRPr lang="en-US" sz="4000" dirty="0"/>
          </a:p>
        </p:txBody>
      </p:sp>
      <p:sp>
        <p:nvSpPr>
          <p:cNvPr id="4" name="Text 2"/>
          <p:cNvSpPr txBox="1"/>
          <p:nvPr/>
        </p:nvSpPr>
        <p:spPr>
          <a:xfrm>
            <a:off x="640080" y="2560320"/>
            <a:ext cx="3840480" cy="2377440"/>
          </a:xfrm>
          <a:prstGeom prst="rect">
            <a:avLst/>
          </a:prstGeom>
          <a:noFill/>
          <a:ln/>
        </p:spPr>
        <p:txBody>
          <a:bodyPr wrap="square" lIns="0" tIns="0" rIns="0" bIns="0" rtlCol="0" anchor="t"/>
          <a:lstStyle/>
          <a:p>
            <a:pPr indent="0" marL="0">
              <a:buNone/>
            </a:pPr>
            <a:r>
              <a:rPr lang="en-US" sz="1600" dirty="0">
                <a:solidFill>
                  <a:schemeClr val="tx1"/>
                </a:solidFill>
              </a:rPr>
              <a:t>The plates, cable and amplifier output act as a capacitor C.</a:t>
            </a:r>
            <a:endParaRPr lang="en-US" sz="1600" dirty="0"/>
          </a:p>
          <a:p>
            <a:pPr indent="0" marL="0">
              <a:buNone/>
            </a:pPr>
            <a:r>
              <a:rPr lang="en-US" sz="800" dirty="0">
                <a:solidFill>
                  <a:schemeClr val="tx1"/>
                </a:solidFill>
              </a:rPr>
              <a:t> </a:t>
            </a:r>
            <a:endParaRPr lang="en-US" sz="1600" dirty="0"/>
          </a:p>
          <a:p>
            <a:pPr indent="0" marL="0">
              <a:buNone/>
            </a:pPr>
            <a:r>
              <a:rPr lang="en-US" sz="1600" dirty="0">
                <a:solidFill>
                  <a:schemeClr val="tx1"/>
                </a:solidFill>
              </a:rPr>
              <a:t>A triangle wave changes voltage at a constant rate, so it draws a constant current that flips sign at each corner.</a:t>
            </a:r>
            <a:endParaRPr lang="en-US" sz="1600" dirty="0"/>
          </a:p>
          <a:p>
            <a:pPr indent="0" marL="0">
              <a:buNone/>
            </a:pPr>
            <a:r>
              <a:rPr lang="en-US" sz="800" dirty="0">
                <a:solidFill>
                  <a:schemeClr val="tx1"/>
                </a:solidFill>
              </a:rPr>
              <a:t> </a:t>
            </a:r>
            <a:endParaRPr lang="en-US" sz="1600" dirty="0"/>
          </a:p>
          <a:p>
            <a:pPr indent="0" marL="0">
              <a:buNone/>
            </a:pPr>
            <a:r>
              <a:rPr lang="en-US" sz="1600" b="1" dirty="0">
                <a:solidFill>
                  <a:schemeClr val="tx1"/>
                </a:solidFill>
              </a:rPr>
              <a:t>Steady current:  I = 4 · f · C · V</a:t>
            </a:r>
            <a:endParaRPr lang="en-US" sz="1600" dirty="0"/>
          </a:p>
        </p:txBody>
      </p:sp>
      <p:sp>
        <p:nvSpPr>
          <p:cNvPr id="5" name="Text 3"/>
          <p:cNvSpPr txBox="1"/>
          <p:nvPr/>
        </p:nvSpPr>
        <p:spPr>
          <a:xfrm>
            <a:off x="640080" y="5760720"/>
            <a:ext cx="4572000" cy="365760"/>
          </a:xfrm>
          <a:prstGeom prst="rect">
            <a:avLst/>
          </a:prstGeom>
          <a:noFill/>
          <a:ln/>
        </p:spPr>
        <p:txBody>
          <a:bodyPr wrap="square" lIns="0" tIns="0" rIns="0" bIns="0" rtlCol="0" anchor="t"/>
          <a:lstStyle/>
          <a:p>
            <a:pPr indent="0" marL="0">
              <a:buNone/>
            </a:pPr>
            <a:r>
              <a:rPr lang="en-US" sz="1200" dirty="0">
                <a:solidFill>
                  <a:schemeClr val="tx2"/>
                </a:solidFill>
              </a:rPr>
              <a:t>Example: 500 Hz, ±2 kV, C = 1.6 nF</a:t>
            </a:r>
            <a:endParaRPr lang="en-US" sz="1200" dirty="0"/>
          </a:p>
        </p:txBody>
      </p:sp>
      <p:graphicFrame>
        <p:nvGraphicFramePr>
          <p:cNvPr id="6" name="chart-voltage" descr=""/>
          <p:cNvGraphicFramePr/>
          <p:nvPr/>
        </p:nvGraphicFramePr>
        <p:xfrm>
          <a:off x="4937760" y="1325880"/>
          <a:ext cx="6675120" cy="233172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current" descr=""/>
          <p:cNvGraphicFramePr/>
          <p:nvPr/>
        </p:nvGraphicFramePr>
        <p:xfrm>
          <a:off x="4937760" y="3749040"/>
          <a:ext cx="6675120" cy="237744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t"/>
          <a:lstStyle/>
          <a:p>
            <a:pPr algn="l" indent="0" marL="0">
              <a:buNone/>
            </a:pPr>
            <a:r>
              <a:rPr lang="en-US" sz="3600" b="1" dirty="0">
                <a:solidFill>
                  <a:schemeClr val="tx1"/>
                </a:solidFill>
              </a:rPr>
              <a:t>Three independent ways to measure C</a:t>
            </a:r>
            <a:endParaRPr lang="en-US" sz="3600" dirty="0"/>
          </a:p>
        </p:txBody>
      </p:sp>
      <p:sp>
        <p:nvSpPr>
          <p:cNvPr id="3" name="method-A"/>
          <p:cNvSpPr/>
          <p:nvPr/>
        </p:nvSpPr>
        <p:spPr>
          <a:xfrm>
            <a:off x="640080" y="1600200"/>
            <a:ext cx="3429000" cy="3383280"/>
          </a:xfrm>
          <a:prstGeom prst="roundRect">
            <a:avLst>
              <a:gd name="adj" fmla="val 2162"/>
            </a:avLst>
          </a:prstGeom>
          <a:solidFill>
            <a:schemeClr val="bg2"/>
          </a:solidFill>
          <a:ln/>
        </p:spPr>
      </p:sp>
      <p:sp>
        <p:nvSpPr>
          <p:cNvPr id="4" name="Text 2"/>
          <p:cNvSpPr txBox="1"/>
          <p:nvPr/>
        </p:nvSpPr>
        <p:spPr>
          <a:xfrm>
            <a:off x="960120" y="1874520"/>
            <a:ext cx="914400" cy="685800"/>
          </a:xfrm>
          <a:prstGeom prst="rect">
            <a:avLst/>
          </a:prstGeom>
          <a:noFill/>
          <a:ln/>
        </p:spPr>
        <p:txBody>
          <a:bodyPr wrap="square" lIns="0" tIns="0" rIns="0" bIns="0" rtlCol="0" anchor="t"/>
          <a:lstStyle/>
          <a:p>
            <a:pPr indent="0" marL="0">
              <a:buNone/>
            </a:pPr>
            <a:r>
              <a:rPr lang="en-US" sz="4000" b="1" dirty="0">
                <a:solidFill>
                  <a:schemeClr val="accent1"/>
                </a:solidFill>
              </a:rPr>
              <a:t>A</a:t>
            </a:r>
            <a:endParaRPr lang="en-US" sz="4000" dirty="0"/>
          </a:p>
        </p:txBody>
      </p:sp>
      <p:sp>
        <p:nvSpPr>
          <p:cNvPr id="5" name="Text 3"/>
          <p:cNvSpPr txBox="1"/>
          <p:nvPr/>
        </p:nvSpPr>
        <p:spPr>
          <a:xfrm>
            <a:off x="960120" y="2606040"/>
            <a:ext cx="2788920" cy="411480"/>
          </a:xfrm>
          <a:prstGeom prst="rect">
            <a:avLst/>
          </a:prstGeom>
          <a:noFill/>
          <a:ln/>
        </p:spPr>
        <p:txBody>
          <a:bodyPr wrap="square" lIns="0" tIns="0" rIns="0" bIns="0" rtlCol="0" anchor="t"/>
          <a:lstStyle/>
          <a:p>
            <a:pPr indent="0" marL="0">
              <a:buNone/>
            </a:pPr>
            <a:r>
              <a:rPr lang="en-US" sz="2000" b="1" dirty="0">
                <a:solidFill>
                  <a:schemeClr val="tx1"/>
                </a:solidFill>
              </a:rPr>
              <a:t>Impedance sweep</a:t>
            </a:r>
            <a:endParaRPr lang="en-US" sz="2000" dirty="0"/>
          </a:p>
        </p:txBody>
      </p:sp>
      <p:sp>
        <p:nvSpPr>
          <p:cNvPr id="6" name="Text 4"/>
          <p:cNvSpPr txBox="1"/>
          <p:nvPr/>
        </p:nvSpPr>
        <p:spPr>
          <a:xfrm>
            <a:off x="960120" y="3108960"/>
            <a:ext cx="2788920" cy="1737360"/>
          </a:xfrm>
          <a:prstGeom prst="rect">
            <a:avLst/>
          </a:prstGeom>
          <a:noFill/>
          <a:ln/>
        </p:spPr>
        <p:txBody>
          <a:bodyPr wrap="square" lIns="0" tIns="0" rIns="0" bIns="0" rtlCol="0" anchor="t"/>
          <a:lstStyle/>
          <a:p>
            <a:pPr indent="0" marL="0">
              <a:buNone/>
            </a:pPr>
            <a:r>
              <a:rPr lang="en-US" sz="1500" dirty="0">
                <a:solidFill>
                  <a:schemeClr val="tx1"/>
                </a:solidFill>
              </a:rPr>
              <a:t>Sine waves at 9 frequencies.</a:t>
            </a:r>
            <a:endParaRPr lang="en-US" sz="1500" dirty="0"/>
          </a:p>
          <a:p>
            <a:pPr indent="0" marL="0">
              <a:buNone/>
            </a:pPr>
            <a:r>
              <a:rPr lang="en-US" sz="800" dirty="0">
                <a:solidFill>
                  <a:schemeClr val="tx1"/>
                </a:solidFill>
              </a:rPr>
              <a:t> </a:t>
            </a:r>
            <a:endParaRPr lang="en-US" sz="1500" dirty="0"/>
          </a:p>
          <a:p>
            <a:pPr indent="0" marL="0">
              <a:buNone/>
            </a:pPr>
            <a:r>
              <a:rPr lang="en-US" sz="1500" dirty="0">
                <a:solidFill>
                  <a:schemeClr val="tx2"/>
                </a:solidFill>
              </a:rPr>
              <a:t>Compares the timing of current and voltage. A pure capacitor leads by exactly 90°; anything less is leakage.</a:t>
            </a:r>
            <a:endParaRPr lang="en-US" sz="1500" dirty="0"/>
          </a:p>
        </p:txBody>
      </p:sp>
      <p:sp>
        <p:nvSpPr>
          <p:cNvPr id="7" name="method-B"/>
          <p:cNvSpPr/>
          <p:nvPr/>
        </p:nvSpPr>
        <p:spPr>
          <a:xfrm>
            <a:off x="4370832" y="1600200"/>
            <a:ext cx="3429000" cy="3383280"/>
          </a:xfrm>
          <a:prstGeom prst="roundRect">
            <a:avLst>
              <a:gd name="adj" fmla="val 2162"/>
            </a:avLst>
          </a:prstGeom>
          <a:solidFill>
            <a:schemeClr val="bg2"/>
          </a:solidFill>
          <a:ln/>
        </p:spPr>
      </p:sp>
      <p:sp>
        <p:nvSpPr>
          <p:cNvPr id="8" name="Text 6"/>
          <p:cNvSpPr txBox="1"/>
          <p:nvPr/>
        </p:nvSpPr>
        <p:spPr>
          <a:xfrm>
            <a:off x="4690872" y="1874520"/>
            <a:ext cx="914400" cy="685800"/>
          </a:xfrm>
          <a:prstGeom prst="rect">
            <a:avLst/>
          </a:prstGeom>
          <a:noFill/>
          <a:ln/>
        </p:spPr>
        <p:txBody>
          <a:bodyPr wrap="square" lIns="0" tIns="0" rIns="0" bIns="0" rtlCol="0" anchor="t"/>
          <a:lstStyle/>
          <a:p>
            <a:pPr indent="0" marL="0">
              <a:buNone/>
            </a:pPr>
            <a:r>
              <a:rPr lang="en-US" sz="4000" b="1" dirty="0">
                <a:solidFill>
                  <a:schemeClr val="accent1"/>
                </a:solidFill>
              </a:rPr>
              <a:t>B</a:t>
            </a:r>
            <a:endParaRPr lang="en-US" sz="4000" dirty="0"/>
          </a:p>
        </p:txBody>
      </p:sp>
      <p:sp>
        <p:nvSpPr>
          <p:cNvPr id="9" name="Text 7"/>
          <p:cNvSpPr txBox="1"/>
          <p:nvPr/>
        </p:nvSpPr>
        <p:spPr>
          <a:xfrm>
            <a:off x="4690872" y="2606040"/>
            <a:ext cx="2788920" cy="411480"/>
          </a:xfrm>
          <a:prstGeom prst="rect">
            <a:avLst/>
          </a:prstGeom>
          <a:noFill/>
          <a:ln/>
        </p:spPr>
        <p:txBody>
          <a:bodyPr wrap="square" lIns="0" tIns="0" rIns="0" bIns="0" rtlCol="0" anchor="t"/>
          <a:lstStyle/>
          <a:p>
            <a:pPr indent="0" marL="0">
              <a:buNone/>
            </a:pPr>
            <a:r>
              <a:rPr lang="en-US" sz="2000" b="1" dirty="0">
                <a:solidFill>
                  <a:schemeClr val="tx1"/>
                </a:solidFill>
              </a:rPr>
              <a:t>DC leakage</a:t>
            </a:r>
            <a:endParaRPr lang="en-US" sz="2000" dirty="0"/>
          </a:p>
        </p:txBody>
      </p:sp>
      <p:sp>
        <p:nvSpPr>
          <p:cNvPr id="10" name="Text 8"/>
          <p:cNvSpPr txBox="1"/>
          <p:nvPr/>
        </p:nvSpPr>
        <p:spPr>
          <a:xfrm>
            <a:off x="4690872" y="3108960"/>
            <a:ext cx="2788920" cy="1737360"/>
          </a:xfrm>
          <a:prstGeom prst="rect">
            <a:avLst/>
          </a:prstGeom>
          <a:noFill/>
          <a:ln/>
        </p:spPr>
        <p:txBody>
          <a:bodyPr wrap="square" lIns="0" tIns="0" rIns="0" bIns="0" rtlCol="0" anchor="t"/>
          <a:lstStyle/>
          <a:p>
            <a:pPr indent="0" marL="0">
              <a:buNone/>
            </a:pPr>
            <a:r>
              <a:rPr lang="en-US" sz="1500" dirty="0">
                <a:solidFill>
                  <a:schemeClr val="tx1"/>
                </a:solidFill>
              </a:rPr>
              <a:t>Holds steady voltages for 10 s each.</a:t>
            </a:r>
            <a:endParaRPr lang="en-US" sz="1500" dirty="0"/>
          </a:p>
          <a:p>
            <a:pPr indent="0" marL="0">
              <a:buNone/>
            </a:pPr>
            <a:r>
              <a:rPr lang="en-US" sz="800" dirty="0">
                <a:solidFill>
                  <a:schemeClr val="tx1"/>
                </a:solidFill>
              </a:rPr>
              <a:t> </a:t>
            </a:r>
            <a:endParaRPr lang="en-US" sz="1500" dirty="0"/>
          </a:p>
          <a:p>
            <a:pPr indent="0" marL="0">
              <a:buNone/>
            </a:pPr>
            <a:r>
              <a:rPr lang="en-US" sz="1500" dirty="0">
                <a:solidFill>
                  <a:schemeClr val="tx2"/>
                </a:solidFill>
              </a:rPr>
              <a:t>Averaging removes the monitor noise, so leakage down to about 1 µA is visible.</a:t>
            </a:r>
            <a:endParaRPr lang="en-US" sz="1500" dirty="0"/>
          </a:p>
        </p:txBody>
      </p:sp>
      <p:sp>
        <p:nvSpPr>
          <p:cNvPr id="11" name="method-C"/>
          <p:cNvSpPr/>
          <p:nvPr/>
        </p:nvSpPr>
        <p:spPr>
          <a:xfrm>
            <a:off x="8101584" y="1600200"/>
            <a:ext cx="3429000" cy="3383280"/>
          </a:xfrm>
          <a:prstGeom prst="roundRect">
            <a:avLst>
              <a:gd name="adj" fmla="val 2162"/>
            </a:avLst>
          </a:prstGeom>
          <a:solidFill>
            <a:schemeClr val="bg2"/>
          </a:solidFill>
          <a:ln/>
        </p:spPr>
      </p:sp>
      <p:sp>
        <p:nvSpPr>
          <p:cNvPr id="12" name="Text 10"/>
          <p:cNvSpPr txBox="1"/>
          <p:nvPr/>
        </p:nvSpPr>
        <p:spPr>
          <a:xfrm>
            <a:off x="8421624" y="1874520"/>
            <a:ext cx="914400" cy="685800"/>
          </a:xfrm>
          <a:prstGeom prst="rect">
            <a:avLst/>
          </a:prstGeom>
          <a:noFill/>
          <a:ln/>
        </p:spPr>
        <p:txBody>
          <a:bodyPr wrap="square" lIns="0" tIns="0" rIns="0" bIns="0" rtlCol="0" anchor="t"/>
          <a:lstStyle/>
          <a:p>
            <a:pPr indent="0" marL="0">
              <a:buNone/>
            </a:pPr>
            <a:r>
              <a:rPr lang="en-US" sz="4000" b="1" dirty="0">
                <a:solidFill>
                  <a:schemeClr val="accent1"/>
                </a:solidFill>
              </a:rPr>
              <a:t>C</a:t>
            </a:r>
            <a:endParaRPr lang="en-US" sz="4000" dirty="0"/>
          </a:p>
        </p:txBody>
      </p:sp>
      <p:sp>
        <p:nvSpPr>
          <p:cNvPr id="13" name="Text 11"/>
          <p:cNvSpPr txBox="1"/>
          <p:nvPr/>
        </p:nvSpPr>
        <p:spPr>
          <a:xfrm>
            <a:off x="8421624" y="2606040"/>
            <a:ext cx="2788920" cy="411480"/>
          </a:xfrm>
          <a:prstGeom prst="rect">
            <a:avLst/>
          </a:prstGeom>
          <a:noFill/>
          <a:ln/>
        </p:spPr>
        <p:txBody>
          <a:bodyPr wrap="square" lIns="0" tIns="0" rIns="0" bIns="0" rtlCol="0" anchor="t"/>
          <a:lstStyle/>
          <a:p>
            <a:pPr indent="0" marL="0">
              <a:buNone/>
            </a:pPr>
            <a:r>
              <a:rPr lang="en-US" sz="2000" b="1" dirty="0">
                <a:solidFill>
                  <a:schemeClr val="tx1"/>
                </a:solidFill>
              </a:rPr>
              <a:t>Charge per edge</a:t>
            </a:r>
            <a:endParaRPr lang="en-US" sz="2000" dirty="0"/>
          </a:p>
        </p:txBody>
      </p:sp>
      <p:sp>
        <p:nvSpPr>
          <p:cNvPr id="14" name="Text 12"/>
          <p:cNvSpPr txBox="1"/>
          <p:nvPr/>
        </p:nvSpPr>
        <p:spPr>
          <a:xfrm>
            <a:off x="8421624" y="3108960"/>
            <a:ext cx="2788920" cy="1737360"/>
          </a:xfrm>
          <a:prstGeom prst="rect">
            <a:avLst/>
          </a:prstGeom>
          <a:noFill/>
          <a:ln/>
        </p:spPr>
        <p:txBody>
          <a:bodyPr wrap="square" lIns="0" tIns="0" rIns="0" bIns="0" rtlCol="0" anchor="t"/>
          <a:lstStyle/>
          <a:p>
            <a:pPr indent="0" marL="0">
              <a:buNone/>
            </a:pPr>
            <a:r>
              <a:rPr lang="en-US" sz="1500" dirty="0">
                <a:solidFill>
                  <a:schemeClr val="tx1"/>
                </a:solidFill>
              </a:rPr>
              <a:t>Square wave steps, 0.5 to 5 kV.</a:t>
            </a:r>
            <a:endParaRPr lang="en-US" sz="1500" dirty="0"/>
          </a:p>
          <a:p>
            <a:pPr indent="0" marL="0">
              <a:buNone/>
            </a:pPr>
            <a:r>
              <a:rPr lang="en-US" sz="800" dirty="0">
                <a:solidFill>
                  <a:schemeClr val="tx1"/>
                </a:solidFill>
              </a:rPr>
              <a:t> </a:t>
            </a:r>
            <a:endParaRPr lang="en-US" sz="1500" dirty="0"/>
          </a:p>
          <a:p>
            <a:pPr indent="0" marL="0">
              <a:buNone/>
            </a:pPr>
            <a:r>
              <a:rPr lang="en-US" sz="1500" dirty="0">
                <a:solidFill>
                  <a:schemeClr val="tx2"/>
                </a:solidFill>
              </a:rPr>
              <a:t>Adds up the charge in each edge: Q = C · ΔV. Unaffected by the monitor's limited speed.</a:t>
            </a:r>
            <a:endParaRPr lang="en-US" sz="1500" dirty="0"/>
          </a:p>
        </p:txBody>
      </p:sp>
      <p:sp>
        <p:nvSpPr>
          <p:cNvPr id="15" name="Text 13"/>
          <p:cNvSpPr txBox="1"/>
          <p:nvPr/>
        </p:nvSpPr>
        <p:spPr>
          <a:xfrm>
            <a:off x="640080" y="5349240"/>
            <a:ext cx="10881360" cy="457200"/>
          </a:xfrm>
          <a:prstGeom prst="rect">
            <a:avLst/>
          </a:prstGeom>
          <a:noFill/>
          <a:ln/>
        </p:spPr>
        <p:txBody>
          <a:bodyPr wrap="square" lIns="0" tIns="0" rIns="0" bIns="0" rtlCol="0" anchor="t"/>
          <a:lstStyle/>
          <a:p>
            <a:pPr indent="0" marL="0">
              <a:buNone/>
            </a:pPr>
            <a:r>
              <a:rPr lang="en-US" sz="1800" dirty="0">
                <a:solidFill>
                  <a:schemeClr val="tx1"/>
                </a:solidFill>
              </a:rPr>
              <a:t>A and C use different physics. If they give the same C, the load really is a capacitor.</a:t>
            </a:r>
            <a:endParaRPr lang="en-US" sz="18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t"/>
          <a:lstStyle/>
          <a:p>
            <a:pPr algn="l" indent="0" marL="0">
              <a:buNone/>
            </a:pPr>
            <a:r>
              <a:rPr lang="en-US" sz="3600" b="1" dirty="0">
                <a:solidFill>
                  <a:schemeClr val="tx1"/>
                </a:solidFill>
              </a:rPr>
              <a:t>Where the capacitance lives</a:t>
            </a:r>
            <a:endParaRPr lang="en-US" sz="3600" dirty="0"/>
          </a:p>
        </p:txBody>
      </p:sp>
      <p:graphicFrame>
        <p:nvGraphicFramePr>
          <p:cNvPr id="6" name="c-table"/>
          <p:cNvGraphicFramePr>
            <a:graphicFrameLocks noGrp="1"/>
          </p:cNvGraphicFramePr>
          <p:nvPr>
            <p:extLst>
              <p:ext uri="{D42A27DB-BD31-4B8C-83A1-F6EECF244321}">
                <p14:modId xmlns:p14="http://schemas.microsoft.com/office/powerpoint/2010/main" val="1579011935"/>
              </p:ext>
            </p:extLst>
          </p:nvPr>
        </p:nvGraphicFramePr>
        <p:xfrm>
          <a:off x="640080" y="1554480"/>
          <a:ext cx="7406640" cy="914400"/>
        </p:xfrm>
        <a:graphic>
          <a:graphicData uri="http://schemas.openxmlformats.org/drawingml/2006/table">
            <a:tbl>
              <a:tblPr/>
              <a:tblGrid>
                <a:gridCol w="3017520"/>
                <a:gridCol w="1097280"/>
                <a:gridCol w="1097280"/>
                <a:gridCol w="1097280"/>
                <a:gridCol w="1097280"/>
              </a:tblGrid>
              <a:tr h="566928">
                <a:tc>
                  <a:txBody>
                    <a:bodyPr/>
                    <a:lstStyle/>
                    <a:p>
                      <a:pPr indent="0" marL="0">
                        <a:buNone/>
                      </a:pPr>
                      <a:r>
                        <a:rPr lang="en-US" sz="1400" b="1" dirty="0">
                          <a:solidFill>
                            <a:schemeClr val="tx2"/>
                          </a:solidFill>
                        </a:rPr>
                        <a:t>What is connected</a:t>
                      </a:r>
                      <a:endParaRPr lang="en-US" sz="14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400" b="1" dirty="0">
                          <a:solidFill>
                            <a:schemeClr val="tx2"/>
                          </a:solidFill>
                        </a:rPr>
                        <a:t>X+</a:t>
                      </a:r>
                      <a:endParaRPr lang="en-US" sz="14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400" b="1" dirty="0">
                          <a:solidFill>
                            <a:schemeClr val="tx2"/>
                          </a:solidFill>
                        </a:rPr>
                        <a:t>X-</a:t>
                      </a:r>
                      <a:endParaRPr lang="en-US" sz="14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400" b="1" dirty="0">
                          <a:solidFill>
                            <a:schemeClr val="tx2"/>
                          </a:solidFill>
                        </a:rPr>
                        <a:t>Y+</a:t>
                      </a:r>
                      <a:endParaRPr lang="en-US" sz="14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400" b="1" dirty="0">
                          <a:solidFill>
                            <a:schemeClr val="tx2"/>
                          </a:solidFill>
                        </a:rPr>
                        <a:t>Y-</a:t>
                      </a:r>
                      <a:endParaRPr lang="en-US" sz="14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r>
              <a:tr h="566928">
                <a:tc>
                  <a:txBody>
                    <a:bodyPr/>
                    <a:lstStyle/>
                    <a:p>
                      <a:pPr indent="0" marL="0">
                        <a:buNone/>
                      </a:pPr>
                      <a:r>
                        <a:rPr lang="en-US" sz="1600" dirty="0">
                          <a:solidFill>
                            <a:schemeClr val="tx1"/>
                          </a:solidFill>
                        </a:rPr>
                        <a:t>Amplifier alone</a:t>
                      </a:r>
                      <a:endParaRPr lang="en-US" sz="16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600" dirty="0">
                          <a:solidFill>
                            <a:schemeClr val="tx2"/>
                          </a:solidFill>
                        </a:rPr>
                        <a:t>____ pF</a:t>
                      </a:r>
                      <a:endParaRPr lang="en-US" sz="16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600" dirty="0">
                          <a:solidFill>
                            <a:schemeClr val="tx2"/>
                          </a:solidFill>
                        </a:rPr>
                        <a:t>____ pF</a:t>
                      </a:r>
                      <a:endParaRPr lang="en-US" sz="16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600" dirty="0">
                          <a:solidFill>
                            <a:schemeClr val="tx2"/>
                          </a:solidFill>
                        </a:rPr>
                        <a:t>____ pF</a:t>
                      </a:r>
                      <a:endParaRPr lang="en-US" sz="16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600" dirty="0">
                          <a:solidFill>
                            <a:schemeClr val="tx2"/>
                          </a:solidFill>
                        </a:rPr>
                        <a:t>____ pF</a:t>
                      </a:r>
                      <a:endParaRPr lang="en-US" sz="16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r>
              <a:tr h="566928">
                <a:tc>
                  <a:txBody>
                    <a:bodyPr/>
                    <a:lstStyle/>
                    <a:p>
                      <a:pPr indent="0" marL="0">
                        <a:buNone/>
                      </a:pPr>
                      <a:r>
                        <a:rPr lang="en-US" sz="1600" dirty="0">
                          <a:solidFill>
                            <a:schemeClr val="tx1"/>
                          </a:solidFill>
                        </a:rPr>
                        <a:t>+ HV cable, far end open</a:t>
                      </a:r>
                      <a:endParaRPr lang="en-US" sz="16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600" dirty="0">
                          <a:solidFill>
                            <a:schemeClr val="tx2"/>
                          </a:solidFill>
                        </a:rPr>
                        <a:t>____ pF</a:t>
                      </a:r>
                      <a:endParaRPr lang="en-US" sz="16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600" dirty="0">
                          <a:solidFill>
                            <a:schemeClr val="tx2"/>
                          </a:solidFill>
                        </a:rPr>
                        <a:t>____ pF</a:t>
                      </a:r>
                      <a:endParaRPr lang="en-US" sz="16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600" dirty="0">
                          <a:solidFill>
                            <a:schemeClr val="tx2"/>
                          </a:solidFill>
                        </a:rPr>
                        <a:t>____ pF</a:t>
                      </a:r>
                      <a:endParaRPr lang="en-US" sz="16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600" dirty="0">
                          <a:solidFill>
                            <a:schemeClr val="tx2"/>
                          </a:solidFill>
                        </a:rPr>
                        <a:t>____ pF</a:t>
                      </a:r>
                      <a:endParaRPr lang="en-US" sz="16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r>
              <a:tr h="566928">
                <a:tc>
                  <a:txBody>
                    <a:bodyPr/>
                    <a:lstStyle/>
                    <a:p>
                      <a:pPr indent="0" marL="0">
                        <a:buNone/>
                      </a:pPr>
                      <a:r>
                        <a:rPr lang="en-US" sz="1600" dirty="0">
                          <a:solidFill>
                            <a:schemeClr val="tx1"/>
                          </a:solidFill>
                        </a:rPr>
                        <a:t>+ feedthrough and plates</a:t>
                      </a:r>
                      <a:endParaRPr lang="en-US" sz="16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600" dirty="0">
                          <a:solidFill>
                            <a:schemeClr val="tx2"/>
                          </a:solidFill>
                        </a:rPr>
                        <a:t>____ pF</a:t>
                      </a:r>
                      <a:endParaRPr lang="en-US" sz="16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600" dirty="0">
                          <a:solidFill>
                            <a:schemeClr val="tx2"/>
                          </a:solidFill>
                        </a:rPr>
                        <a:t>____ pF</a:t>
                      </a:r>
                      <a:endParaRPr lang="en-US" sz="16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600" dirty="0">
                          <a:solidFill>
                            <a:schemeClr val="tx2"/>
                          </a:solidFill>
                        </a:rPr>
                        <a:t>____ pF</a:t>
                      </a:r>
                      <a:endParaRPr lang="en-US" sz="16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c>
                  <a:txBody>
                    <a:bodyPr/>
                    <a:lstStyle/>
                    <a:p>
                      <a:pPr algn="ctr" indent="0" marL="0">
                        <a:buNone/>
                      </a:pPr>
                      <a:r>
                        <a:rPr lang="en-US" sz="1600" dirty="0">
                          <a:solidFill>
                            <a:schemeClr val="tx2"/>
                          </a:solidFill>
                        </a:rPr>
                        <a:t>____ pF</a:t>
                      </a:r>
                      <a:endParaRPr lang="en-US" sz="1600" dirty="0"/>
                    </a:p>
                  </a:txBody>
                  <a:tcPr marL="91440" marR="91440" marT="45720" marB="45720" anchor="ctr">
                    <a:lnL w="9525" cap="flat" cmpd="sng" algn="ctr">
                      <a:solidFill>
                        <a:srgbClr val="E3E6E8"/>
                      </a:solidFill>
                      <a:prstDash val="solid"/>
                      <a:round/>
                      <a:headEnd type="none" w="med" len="med"/>
                      <a:tailEnd type="none" w="med" len="med"/>
                    </a:lnL>
                    <a:lnR w="9525" cap="flat" cmpd="sng" algn="ctr">
                      <a:solidFill>
                        <a:srgbClr val="E3E6E8"/>
                      </a:solidFill>
                      <a:prstDash val="solid"/>
                      <a:round/>
                      <a:headEnd type="none" w="med" len="med"/>
                      <a:tailEnd type="none" w="med" len="med"/>
                    </a:lnR>
                    <a:lnT w="9525" cap="flat" cmpd="sng" algn="ctr">
                      <a:solidFill>
                        <a:srgbClr val="E3E6E8"/>
                      </a:solidFill>
                      <a:prstDash val="solid"/>
                      <a:round/>
                      <a:headEnd type="none" w="med" len="med"/>
                      <a:tailEnd type="none" w="med" len="med"/>
                    </a:lnT>
                    <a:lnB w="9525" cap="flat" cmpd="sng" algn="ctr">
                      <a:solidFill>
                        <a:srgbClr val="E3E6E8"/>
                      </a:solidFill>
                      <a:prstDash val="solid"/>
                      <a:round/>
                      <a:headEnd type="none" w="med" len="med"/>
                      <a:tailEnd type="none" w="med" len="med"/>
                    </a:lnB>
                  </a:tcPr>
                </a:tc>
              </a:tr>
            </a:tbl>
          </a:graphicData>
        </a:graphic>
      </p:graphicFrame>
      <p:sp>
        <p:nvSpPr>
          <p:cNvPr id="4" name="estimate"/>
          <p:cNvSpPr/>
          <p:nvPr/>
        </p:nvSpPr>
        <p:spPr>
          <a:xfrm>
            <a:off x="8458200" y="1554480"/>
            <a:ext cx="3108960" cy="2267712"/>
          </a:xfrm>
          <a:prstGeom prst="roundRect">
            <a:avLst>
              <a:gd name="adj" fmla="val 3226"/>
            </a:avLst>
          </a:prstGeom>
          <a:solidFill>
            <a:schemeClr val="bg2"/>
          </a:solidFill>
          <a:ln/>
        </p:spPr>
      </p:sp>
      <p:sp>
        <p:nvSpPr>
          <p:cNvPr id="5" name="Text 2"/>
          <p:cNvSpPr txBox="1"/>
          <p:nvPr/>
        </p:nvSpPr>
        <p:spPr>
          <a:xfrm>
            <a:off x="8686800" y="1737360"/>
            <a:ext cx="2743200" cy="1920240"/>
          </a:xfrm>
          <a:prstGeom prst="rect">
            <a:avLst/>
          </a:prstGeom>
          <a:noFill/>
          <a:ln/>
        </p:spPr>
        <p:txBody>
          <a:bodyPr wrap="square" lIns="0" tIns="0" rIns="0" bIns="0" rtlCol="0" anchor="t"/>
          <a:lstStyle/>
          <a:p>
            <a:pPr indent="0" marL="0">
              <a:buNone/>
            </a:pPr>
            <a:r>
              <a:rPr lang="en-US" sz="1500" b="1" dirty="0">
                <a:solidFill>
                  <a:schemeClr val="tx1"/>
                </a:solidFill>
              </a:rPr>
              <a:t>Rough estimate from geometry</a:t>
            </a:r>
            <a:endParaRPr lang="en-US" sz="1500" dirty="0"/>
          </a:p>
          <a:p>
            <a:pPr indent="0" marL="0">
              <a:buNone/>
            </a:pPr>
            <a:r>
              <a:rPr lang="en-US" sz="600" dirty="0">
                <a:solidFill>
                  <a:schemeClr val="tx1"/>
                </a:solidFill>
              </a:rPr>
              <a:t> </a:t>
            </a:r>
            <a:endParaRPr lang="en-US" sz="1500" dirty="0"/>
          </a:p>
          <a:p>
            <a:pPr indent="0" marL="0">
              <a:buNone/>
            </a:pPr>
            <a:r>
              <a:rPr lang="en-US" sz="1500" dirty="0">
                <a:solidFill>
                  <a:schemeClr val="tx2"/>
                </a:solidFill>
              </a:rPr>
              <a:t>Cable  ~110 pF</a:t>
            </a:r>
            <a:endParaRPr lang="en-US" sz="1500" dirty="0"/>
          </a:p>
          <a:p>
            <a:pPr indent="0" marL="0">
              <a:buNone/>
            </a:pPr>
            <a:r>
              <a:rPr lang="en-US" sz="1500" dirty="0">
                <a:solidFill>
                  <a:schemeClr val="tx2"/>
                </a:solidFill>
              </a:rPr>
              <a:t>Feedthrough  ~10 pF</a:t>
            </a:r>
            <a:endParaRPr lang="en-US" sz="1500" dirty="0"/>
          </a:p>
          <a:p>
            <a:pPr indent="0" marL="0">
              <a:buNone/>
            </a:pPr>
            <a:r>
              <a:rPr lang="en-US" sz="1500" dirty="0">
                <a:solidFill>
                  <a:schemeClr val="tx2"/>
                </a:solidFill>
              </a:rPr>
              <a:t>Plates  ~3 pF</a:t>
            </a:r>
            <a:endParaRPr lang="en-US" sz="1500" dirty="0"/>
          </a:p>
          <a:p>
            <a:pPr indent="0" marL="0">
              <a:buNone/>
            </a:pPr>
            <a:r>
              <a:rPr lang="en-US" sz="1500" b="1" dirty="0">
                <a:solidFill>
                  <a:schemeClr val="tx1"/>
                </a:solidFill>
              </a:rPr>
              <a:t>Total  ~125 pF</a:t>
            </a:r>
            <a:endParaRPr lang="en-US" sz="1500" dirty="0"/>
          </a:p>
        </p:txBody>
      </p:sp>
      <p:sp>
        <p:nvSpPr>
          <p:cNvPr id="6" name="Text 3"/>
          <p:cNvSpPr txBox="1"/>
          <p:nvPr/>
        </p:nvSpPr>
        <p:spPr>
          <a:xfrm>
            <a:off x="640080" y="4251960"/>
            <a:ext cx="10881360" cy="822960"/>
          </a:xfrm>
          <a:prstGeom prst="rect">
            <a:avLst/>
          </a:prstGeom>
          <a:noFill/>
          <a:ln/>
        </p:spPr>
        <p:txBody>
          <a:bodyPr wrap="square" lIns="0" tIns="0" rIns="0" bIns="0" rtlCol="0" anchor="t"/>
          <a:lstStyle/>
          <a:p>
            <a:pPr indent="0" marL="0">
              <a:buNone/>
            </a:pPr>
            <a:r>
              <a:rPr lang="en-US" sz="1800" dirty="0">
                <a:solidFill>
                  <a:schemeClr val="tx1"/>
                </a:solidFill>
              </a:rPr>
              <a:t>Each row adds one piece. The step between rows is that piece's capacitance. Anything well above the estimate is inside the amplifier or the cable.</a:t>
            </a:r>
            <a:endParaRPr lang="en-US" sz="1800" dirty="0"/>
          </a:p>
        </p:txBody>
      </p:sp>
      <p:sp>
        <p:nvSpPr>
          <p:cNvPr id="7" name="Text 4"/>
          <p:cNvSpPr txBox="1"/>
          <p:nvPr/>
        </p:nvSpPr>
        <p:spPr>
          <a:xfrm>
            <a:off x="640080" y="5760720"/>
            <a:ext cx="10881360" cy="365760"/>
          </a:xfrm>
          <a:prstGeom prst="rect">
            <a:avLst/>
          </a:prstGeom>
          <a:noFill/>
          <a:ln/>
        </p:spPr>
        <p:txBody>
          <a:bodyPr wrap="square" lIns="0" tIns="0" rIns="0" bIns="0" rtlCol="0" anchor="t"/>
          <a:lstStyle/>
          <a:p>
            <a:pPr indent="0" marL="0">
              <a:buNone/>
            </a:pPr>
            <a:r>
              <a:rPr lang="en-US" sz="1200" dirty="0">
                <a:solidFill>
                  <a:schemeClr val="tx2"/>
                </a:solidFill>
              </a:rPr>
              <a:t>Plates: C = ε₀A/d with 12.5 × 10.2 cm plates, 3.8 cm gap. Cable: typical coax ~60 pF/m.</a:t>
            </a:r>
            <a:endParaRPr lang="en-US" sz="12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t"/>
          <a:lstStyle/>
          <a:p>
            <a:pPr algn="l" indent="0" marL="0">
              <a:buNone/>
            </a:pPr>
            <a:r>
              <a:rPr lang="en-US" sz="3600" b="1" dirty="0">
                <a:solidFill>
                  <a:schemeClr val="tx1"/>
                </a:solidFill>
              </a:rPr>
              <a:t>What each amplifier can supply</a:t>
            </a:r>
            <a:endParaRPr lang="en-US" sz="3600" dirty="0"/>
          </a:p>
        </p:txBody>
      </p:sp>
      <p:sp>
        <p:nvSpPr>
          <p:cNvPr id="3" name="Text 1"/>
          <p:cNvSpPr txBox="1"/>
          <p:nvPr/>
        </p:nvSpPr>
        <p:spPr>
          <a:xfrm>
            <a:off x="640080" y="1691640"/>
            <a:ext cx="3429000" cy="1005840"/>
          </a:xfrm>
          <a:prstGeom prst="rect">
            <a:avLst/>
          </a:prstGeom>
          <a:noFill/>
          <a:ln/>
        </p:spPr>
        <p:txBody>
          <a:bodyPr wrap="square" lIns="0" tIns="0" rIns="0" bIns="0" rtlCol="0" anchor="t"/>
          <a:lstStyle/>
          <a:p>
            <a:pPr indent="0" marL="0">
              <a:buNone/>
            </a:pPr>
            <a:r>
              <a:rPr lang="en-US" sz="6000" b="1" dirty="0">
                <a:solidFill>
                  <a:schemeClr val="accent1"/>
                </a:solidFill>
              </a:rPr>
              <a:t>20 mA</a:t>
            </a:r>
            <a:endParaRPr lang="en-US" sz="6000" dirty="0"/>
          </a:p>
        </p:txBody>
      </p:sp>
      <p:sp>
        <p:nvSpPr>
          <p:cNvPr id="4" name="Text 2"/>
          <p:cNvSpPr txBox="1"/>
          <p:nvPr/>
        </p:nvSpPr>
        <p:spPr>
          <a:xfrm>
            <a:off x="640080" y="2788920"/>
            <a:ext cx="3429000" cy="411480"/>
          </a:xfrm>
          <a:prstGeom prst="rect">
            <a:avLst/>
          </a:prstGeom>
          <a:noFill/>
          <a:ln/>
        </p:spPr>
        <p:txBody>
          <a:bodyPr wrap="square" lIns="0" tIns="0" rIns="0" bIns="0" rtlCol="0" anchor="t"/>
          <a:lstStyle/>
          <a:p>
            <a:pPr indent="0" marL="0">
              <a:buNone/>
            </a:pPr>
            <a:r>
              <a:rPr lang="en-US" sz="2000" b="1" dirty="0">
                <a:solidFill>
                  <a:schemeClr val="tx1"/>
                </a:solidFill>
              </a:rPr>
              <a:t>Continuous</a:t>
            </a:r>
            <a:endParaRPr lang="en-US" sz="2000" dirty="0"/>
          </a:p>
        </p:txBody>
      </p:sp>
      <p:sp>
        <p:nvSpPr>
          <p:cNvPr id="5" name="Text 3"/>
          <p:cNvSpPr txBox="1"/>
          <p:nvPr/>
        </p:nvSpPr>
        <p:spPr>
          <a:xfrm>
            <a:off x="640080" y="3291840"/>
            <a:ext cx="3154680" cy="1280160"/>
          </a:xfrm>
          <a:prstGeom prst="rect">
            <a:avLst/>
          </a:prstGeom>
          <a:noFill/>
          <a:ln/>
        </p:spPr>
        <p:txBody>
          <a:bodyPr wrap="square" lIns="0" tIns="0" rIns="0" bIns="0" rtlCol="0" anchor="t"/>
          <a:lstStyle/>
          <a:p>
            <a:pPr indent="0" marL="0">
              <a:buNone/>
            </a:pPr>
            <a:r>
              <a:rPr lang="en-US" sz="1500" dirty="0">
                <a:solidFill>
                  <a:schemeClr val="tx2"/>
                </a:solidFill>
              </a:rPr>
              <a:t>Any current the amplifier holds for a long time. A triangle wave's steady current must stay under this.</a:t>
            </a:r>
            <a:endParaRPr lang="en-US" sz="1500" dirty="0"/>
          </a:p>
        </p:txBody>
      </p:sp>
      <p:sp>
        <p:nvSpPr>
          <p:cNvPr id="6" name="Text 4"/>
          <p:cNvSpPr txBox="1"/>
          <p:nvPr/>
        </p:nvSpPr>
        <p:spPr>
          <a:xfrm>
            <a:off x="4370832" y="1691640"/>
            <a:ext cx="3429000" cy="1005840"/>
          </a:xfrm>
          <a:prstGeom prst="rect">
            <a:avLst/>
          </a:prstGeom>
          <a:noFill/>
          <a:ln/>
        </p:spPr>
        <p:txBody>
          <a:bodyPr wrap="square" lIns="0" tIns="0" rIns="0" bIns="0" rtlCol="0" anchor="t"/>
          <a:lstStyle/>
          <a:p>
            <a:pPr indent="0" marL="0">
              <a:buNone/>
            </a:pPr>
            <a:r>
              <a:rPr lang="en-US" sz="6000" b="1" dirty="0">
                <a:solidFill>
                  <a:schemeClr val="accent2"/>
                </a:solidFill>
              </a:rPr>
              <a:t>100 mA</a:t>
            </a:r>
            <a:endParaRPr lang="en-US" sz="6000" dirty="0"/>
          </a:p>
        </p:txBody>
      </p:sp>
      <p:sp>
        <p:nvSpPr>
          <p:cNvPr id="7" name="Text 5"/>
          <p:cNvSpPr txBox="1"/>
          <p:nvPr/>
        </p:nvSpPr>
        <p:spPr>
          <a:xfrm>
            <a:off x="4370832" y="2788920"/>
            <a:ext cx="3429000" cy="411480"/>
          </a:xfrm>
          <a:prstGeom prst="rect">
            <a:avLst/>
          </a:prstGeom>
          <a:noFill/>
          <a:ln/>
        </p:spPr>
        <p:txBody>
          <a:bodyPr wrap="square" lIns="0" tIns="0" rIns="0" bIns="0" rtlCol="0" anchor="t"/>
          <a:lstStyle/>
          <a:p>
            <a:pPr indent="0" marL="0">
              <a:buNone/>
            </a:pPr>
            <a:r>
              <a:rPr lang="en-US" sz="2000" b="1" dirty="0">
                <a:solidFill>
                  <a:schemeClr val="tx1"/>
                </a:solidFill>
              </a:rPr>
              <a:t>Burst, at most 4 ms</a:t>
            </a:r>
            <a:endParaRPr lang="en-US" sz="2000" dirty="0"/>
          </a:p>
        </p:txBody>
      </p:sp>
      <p:sp>
        <p:nvSpPr>
          <p:cNvPr id="8" name="Text 6"/>
          <p:cNvSpPr txBox="1"/>
          <p:nvPr/>
        </p:nvSpPr>
        <p:spPr>
          <a:xfrm>
            <a:off x="4370832" y="3291840"/>
            <a:ext cx="3154680" cy="1280160"/>
          </a:xfrm>
          <a:prstGeom prst="rect">
            <a:avLst/>
          </a:prstGeom>
          <a:noFill/>
          <a:ln/>
        </p:spPr>
        <p:txBody>
          <a:bodyPr wrap="square" lIns="0" tIns="0" rIns="0" bIns="0" rtlCol="0" anchor="t"/>
          <a:lstStyle/>
          <a:p>
            <a:pPr indent="0" marL="0">
              <a:buNone/>
            </a:pPr>
            <a:r>
              <a:rPr lang="en-US" sz="1500" dirty="0">
                <a:solidFill>
                  <a:schemeClr val="tx2"/>
                </a:solidFill>
              </a:rPr>
              <a:t>Headroom for short spikes from voltage steps and arcs. Never an operating point.</a:t>
            </a:r>
            <a:endParaRPr lang="en-US" sz="1500" dirty="0"/>
          </a:p>
        </p:txBody>
      </p:sp>
      <p:sp>
        <p:nvSpPr>
          <p:cNvPr id="9" name="Text 7"/>
          <p:cNvSpPr txBox="1"/>
          <p:nvPr/>
        </p:nvSpPr>
        <p:spPr>
          <a:xfrm>
            <a:off x="8101584" y="1691640"/>
            <a:ext cx="3429000" cy="1005840"/>
          </a:xfrm>
          <a:prstGeom prst="rect">
            <a:avLst/>
          </a:prstGeom>
          <a:noFill/>
          <a:ln/>
        </p:spPr>
        <p:txBody>
          <a:bodyPr wrap="square" lIns="0" tIns="0" rIns="0" bIns="0" rtlCol="0" anchor="t"/>
          <a:lstStyle/>
          <a:p>
            <a:pPr indent="0" marL="0">
              <a:buNone/>
            </a:pPr>
            <a:r>
              <a:rPr lang="en-US" sz="6000" b="1" dirty="0">
                <a:solidFill>
                  <a:schemeClr val="accent2"/>
                </a:solidFill>
              </a:rPr>
              <a:t>100 ms</a:t>
            </a:r>
            <a:endParaRPr lang="en-US" sz="6000" dirty="0"/>
          </a:p>
        </p:txBody>
      </p:sp>
      <p:sp>
        <p:nvSpPr>
          <p:cNvPr id="10" name="Text 8"/>
          <p:cNvSpPr txBox="1"/>
          <p:nvPr/>
        </p:nvSpPr>
        <p:spPr>
          <a:xfrm>
            <a:off x="8101584" y="2788920"/>
            <a:ext cx="3429000" cy="411480"/>
          </a:xfrm>
          <a:prstGeom prst="rect">
            <a:avLst/>
          </a:prstGeom>
          <a:noFill/>
          <a:ln/>
        </p:spPr>
        <p:txBody>
          <a:bodyPr wrap="square" lIns="0" tIns="0" rIns="0" bIns="0" rtlCol="0" anchor="t"/>
          <a:lstStyle/>
          <a:p>
            <a:pPr indent="0" marL="0">
              <a:buNone/>
            </a:pPr>
            <a:r>
              <a:rPr lang="en-US" sz="2000" b="1" dirty="0">
                <a:solidFill>
                  <a:schemeClr val="tx1"/>
                </a:solidFill>
              </a:rPr>
              <a:t>Recovery after a burst</a:t>
            </a:r>
            <a:endParaRPr lang="en-US" sz="2000" dirty="0"/>
          </a:p>
        </p:txBody>
      </p:sp>
      <p:sp>
        <p:nvSpPr>
          <p:cNvPr id="11" name="Text 9"/>
          <p:cNvSpPr txBox="1"/>
          <p:nvPr/>
        </p:nvSpPr>
        <p:spPr>
          <a:xfrm>
            <a:off x="8101584" y="3291840"/>
            <a:ext cx="3154680" cy="1280160"/>
          </a:xfrm>
          <a:prstGeom prst="rect">
            <a:avLst/>
          </a:prstGeom>
          <a:noFill/>
          <a:ln/>
        </p:spPr>
        <p:txBody>
          <a:bodyPr wrap="square" lIns="0" tIns="0" rIns="0" bIns="0" rtlCol="0" anchor="t"/>
          <a:lstStyle/>
          <a:p>
            <a:pPr indent="0" marL="0">
              <a:buNone/>
            </a:pPr>
            <a:r>
              <a:rPr lang="en-US" sz="1500" dirty="0">
                <a:solidFill>
                  <a:schemeClr val="tx2"/>
                </a:solidFill>
              </a:rPr>
              <a:t>The manual says output drops to 10 mA for this long before another burst is available.</a:t>
            </a:r>
            <a:endParaRPr lang="en-US" sz="1500" dirty="0"/>
          </a:p>
        </p:txBody>
      </p:sp>
      <p:sp>
        <p:nvSpPr>
          <p:cNvPr id="12" name="Text 10"/>
          <p:cNvSpPr txBox="1"/>
          <p:nvPr/>
        </p:nvSpPr>
        <p:spPr>
          <a:xfrm>
            <a:off x="640080" y="5074920"/>
            <a:ext cx="10881360" cy="457200"/>
          </a:xfrm>
          <a:prstGeom prst="rect">
            <a:avLst/>
          </a:prstGeom>
          <a:noFill/>
          <a:ln/>
        </p:spPr>
        <p:txBody>
          <a:bodyPr wrap="square" lIns="0" tIns="0" rIns="0" bIns="0" rtlCol="0" anchor="t"/>
          <a:lstStyle/>
          <a:p>
            <a:pPr indent="0" marL="0">
              <a:buNone/>
            </a:pPr>
            <a:r>
              <a:rPr lang="en-US" sz="1800" dirty="0">
                <a:solidFill>
                  <a:schemeClr val="tx1"/>
                </a:solidFill>
              </a:rPr>
              <a:t>Goal: run long irradiations with steady current well under 20 mA and spikes that never reach LIMIT or TRIP.</a:t>
            </a:r>
            <a:endParaRPr lang="en-US" sz="1800" dirty="0"/>
          </a:p>
        </p:txBody>
      </p:sp>
      <p:sp>
        <p:nvSpPr>
          <p:cNvPr id="13" name="Text 11"/>
          <p:cNvSpPr txBox="1"/>
          <p:nvPr/>
        </p:nvSpPr>
        <p:spPr>
          <a:xfrm>
            <a:off x="640080" y="5760720"/>
            <a:ext cx="10881360" cy="365760"/>
          </a:xfrm>
          <a:prstGeom prst="rect">
            <a:avLst/>
          </a:prstGeom>
          <a:noFill/>
          <a:ln/>
        </p:spPr>
        <p:txBody>
          <a:bodyPr wrap="square" lIns="0" tIns="0" rIns="0" bIns="0" rtlCol="0" anchor="t"/>
          <a:lstStyle/>
          <a:p>
            <a:pPr indent="0" marL="0">
              <a:buNone/>
            </a:pPr>
            <a:r>
              <a:rPr lang="en-US" sz="1200" dirty="0">
                <a:solidFill>
                  <a:schemeClr val="tx2"/>
                </a:solidFill>
              </a:rPr>
              <a:t>Source: EEL5000.20.100 manual, pp. 1-3 and 2-1. Questions on LIMIT and TRIP behaviour sent to the manufacturer.</a:t>
            </a:r>
            <a:endParaRPr lang="en-US" sz="12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t"/>
          <a:lstStyle/>
          <a:p>
            <a:pPr algn="l" indent="0" marL="0">
              <a:buNone/>
            </a:pPr>
            <a:r>
              <a:rPr lang="en-US" sz="3600" b="1" dirty="0">
                <a:solidFill>
                  <a:schemeClr val="tx1"/>
                </a:solidFill>
              </a:rPr>
              <a:t>Steady current vs. raster frequency</a:t>
            </a:r>
            <a:endParaRPr lang="en-US" sz="3600" dirty="0"/>
          </a:p>
        </p:txBody>
      </p:sp>
      <p:graphicFrame>
        <p:nvGraphicFramePr>
          <p:cNvPr id="3" name="chart-envelope" descr=""/>
          <p:cNvGraphicFramePr/>
          <p:nvPr/>
        </p:nvGraphicFramePr>
        <p:xfrm>
          <a:off x="548640" y="1280160"/>
          <a:ext cx="768096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595360" y="1463040"/>
            <a:ext cx="3017520" cy="3840480"/>
          </a:xfrm>
          <a:prstGeom prst="rect">
            <a:avLst/>
          </a:prstGeom>
          <a:noFill/>
          <a:ln/>
        </p:spPr>
        <p:txBody>
          <a:bodyPr wrap="square" lIns="0" tIns="0" rIns="0" bIns="0" rtlCol="0" anchor="t"/>
          <a:lstStyle/>
          <a:p>
            <a:pPr indent="0" marL="0">
              <a:buNone/>
            </a:pPr>
            <a:r>
              <a:rPr lang="en-US" sz="1500" b="1" dirty="0">
                <a:solidFill>
                  <a:schemeClr val="tx1"/>
                </a:solidFill>
              </a:rPr>
              <a:t>Sloped lines</a:t>
            </a:r>
            <a:endParaRPr lang="en-US" sz="1500" dirty="0"/>
          </a:p>
          <a:p>
            <a:pPr indent="0" marL="0">
              <a:buNone/>
            </a:pPr>
            <a:r>
              <a:rPr lang="en-US" sz="1500" dirty="0">
                <a:solidFill>
                  <a:schemeClr val="tx2"/>
                </a:solidFill>
              </a:rPr>
              <a:t>Predicted steady current, I = 4 f C V, for one amplitude each.</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accent2"/>
                </a:solidFill>
              </a:rPr>
              <a:t>20 mA line</a:t>
            </a:r>
            <a:endParaRPr lang="en-US" sz="1500" dirty="0"/>
          </a:p>
          <a:p>
            <a:pPr indent="0" marL="0">
              <a:buNone/>
            </a:pPr>
            <a:r>
              <a:rPr lang="en-US" sz="1500" dirty="0">
                <a:solidFill>
                  <a:schemeClr val="tx2"/>
                </a:solidFill>
              </a:rPr>
              <a:t>The real limit for a raster. Operate below it with margin.</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accent2"/>
                </a:solidFill>
              </a:rPr>
              <a:t>100 mA line</a:t>
            </a:r>
            <a:endParaRPr lang="en-US" sz="1500" dirty="0"/>
          </a:p>
          <a:p>
            <a:pPr indent="0" marL="0">
              <a:buNone/>
            </a:pPr>
            <a:r>
              <a:rPr lang="en-US" sz="1500" dirty="0">
                <a:solidFill>
                  <a:schemeClr val="tx2"/>
                </a:solidFill>
              </a:rPr>
              <a:t>Only for spikes lasting 4 ms or less. A raster can never run here.</a:t>
            </a:r>
            <a:endParaRPr lang="en-US" sz="1500" dirty="0"/>
          </a:p>
        </p:txBody>
      </p:sp>
      <p:sp>
        <p:nvSpPr>
          <p:cNvPr id="5" name="Text 2"/>
          <p:cNvSpPr txBox="1"/>
          <p:nvPr/>
        </p:nvSpPr>
        <p:spPr>
          <a:xfrm>
            <a:off x="8595360" y="5486400"/>
            <a:ext cx="3017520" cy="640080"/>
          </a:xfrm>
          <a:prstGeom prst="rect">
            <a:avLst/>
          </a:prstGeom>
          <a:noFill/>
          <a:ln/>
        </p:spPr>
        <p:txBody>
          <a:bodyPr wrap="square" lIns="0" tIns="0" rIns="0" bIns="0" rtlCol="0" anchor="t"/>
          <a:lstStyle/>
          <a:p>
            <a:pPr indent="0" marL="0">
              <a:buNone/>
            </a:pPr>
            <a:r>
              <a:rPr lang="en-US" sz="1200" dirty="0">
                <a:solidFill>
                  <a:schemeClr val="tx2"/>
                </a:solidFill>
              </a:rPr>
              <a:t>Drawn for C = 1.6 nF as an illustration. The app draws each plate from its own measured C.</a:t>
            </a:r>
            <a:endParaRPr lang="en-US" sz="12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t"/>
          <a:lstStyle/>
          <a:p>
            <a:pPr algn="l" indent="0" marL="0">
              <a:buNone/>
            </a:pPr>
            <a:r>
              <a:rPr lang="en-US" sz="3600" b="1" dirty="0">
                <a:solidFill>
                  <a:schemeClr val="tx1"/>
                </a:solidFill>
              </a:rPr>
              <a:t>What our instruments can and cannot see</a:t>
            </a:r>
            <a:endParaRPr lang="en-US" sz="3600" dirty="0"/>
          </a:p>
        </p:txBody>
      </p:sp>
      <p:graphicFrame>
        <p:nvGraphicFramePr>
          <p:cNvPr id="3" name="chart-spike" descr=""/>
          <p:cNvGraphicFramePr/>
          <p:nvPr/>
        </p:nvGraphicFramePr>
        <p:xfrm>
          <a:off x="548640" y="128016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0080" y="5623560"/>
            <a:ext cx="6766560" cy="365760"/>
          </a:xfrm>
          <a:prstGeom prst="rect">
            <a:avLst/>
          </a:prstGeom>
          <a:noFill/>
          <a:ln/>
        </p:spPr>
        <p:txBody>
          <a:bodyPr wrap="square" lIns="0" tIns="0" rIns="0" bIns="0" rtlCol="0" anchor="t"/>
          <a:lstStyle/>
          <a:p>
            <a:pPr indent="0" marL="0">
              <a:buNone/>
            </a:pPr>
            <a:r>
              <a:rPr lang="en-US" sz="1200" dirty="0">
                <a:solidFill>
                  <a:schemeClr val="tx2"/>
                </a:solidFill>
              </a:rPr>
              <a:t>Example: a 20 µs, 40 mA spike</a:t>
            </a:r>
            <a:endParaRPr lang="en-US" sz="1200" dirty="0"/>
          </a:p>
        </p:txBody>
      </p:sp>
      <p:sp>
        <p:nvSpPr>
          <p:cNvPr id="5" name="Text 2"/>
          <p:cNvSpPr txBox="1"/>
          <p:nvPr/>
        </p:nvSpPr>
        <p:spPr>
          <a:xfrm>
            <a:off x="7955280" y="1463040"/>
            <a:ext cx="3657600" cy="43891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Reliable</a:t>
            </a:r>
            <a:endParaRPr lang="en-US" sz="1500" dirty="0"/>
          </a:p>
          <a:p>
            <a:pPr marL="342900" indent="-342900">
              <a:spcAft>
                <a:spcPts val="400"/>
              </a:spcAft>
              <a:buSzPct val="100000"/>
              <a:buChar char="•"/>
            </a:pPr>
            <a:r>
              <a:rPr lang="en-US" sz="1500" dirty="0">
                <a:solidFill>
                  <a:schemeClr val="tx1"/>
                </a:solidFill>
              </a:rPr>
              <a:t>Steady current and capacitance</a:t>
            </a:r>
            <a:endParaRPr lang="en-US" sz="1500" dirty="0"/>
          </a:p>
          <a:p>
            <a:pPr marL="342900" indent="-342900">
              <a:spcAft>
                <a:spcPts val="400"/>
              </a:spcAft>
              <a:buSzPct val="100000"/>
              <a:buChar char="•"/>
            </a:pPr>
            <a:r>
              <a:rPr lang="en-US" sz="1500" dirty="0">
                <a:solidFill>
                  <a:schemeClr val="tx1"/>
                </a:solidFill>
              </a:rPr>
              <a:t>Leakage down to about 1 µA</a:t>
            </a:r>
            <a:endParaRPr lang="en-US" sz="1500" dirty="0"/>
          </a:p>
          <a:p>
            <a:pPr marL="342900" indent="-342900">
              <a:spcAft>
                <a:spcPts val="400"/>
              </a:spcAft>
              <a:buSzPct val="100000"/>
              <a:buChar char="•"/>
            </a:pPr>
            <a:r>
              <a:rPr lang="en-US" sz="1500" dirty="0">
                <a:solidFill>
                  <a:schemeClr val="tx1"/>
                </a:solidFill>
              </a:rPr>
              <a:t>Total charge in a spike</a:t>
            </a:r>
            <a:endParaRPr lang="en-US" sz="1500" dirty="0"/>
          </a:p>
          <a:p>
            <a:pPr indent="0" marL="0">
              <a:spcAft>
                <a:spcPts val="400"/>
              </a:spcAft>
              <a:buNone/>
            </a:pPr>
            <a:r>
              <a:rPr lang="en-US" sz="800" dirty="0">
                <a:solidFill>
                  <a:schemeClr val="tx1"/>
                </a:solidFill>
              </a:rPr>
              <a:t> </a:t>
            </a:r>
            <a:endParaRPr lang="en-US" sz="1500" dirty="0"/>
          </a:p>
          <a:p>
            <a:pPr indent="0" marL="0">
              <a:spcAft>
                <a:spcPts val="400"/>
              </a:spcAft>
              <a:buNone/>
            </a:pPr>
            <a:r>
              <a:rPr lang="en-US" sz="1500" b="1" dirty="0">
                <a:solidFill>
                  <a:schemeClr val="accent2"/>
                </a:solidFill>
              </a:rPr>
              <a:t>Not reliable</a:t>
            </a:r>
            <a:endParaRPr lang="en-US" sz="1500" dirty="0"/>
          </a:p>
          <a:p>
            <a:pPr marL="342900" indent="-342900">
              <a:spcAft>
                <a:spcPts val="400"/>
              </a:spcAft>
              <a:buSzPct val="100000"/>
              <a:buChar char="•"/>
            </a:pPr>
            <a:r>
              <a:rPr lang="en-US" sz="1500" dirty="0">
                <a:solidFill>
                  <a:schemeClr val="tx1"/>
                </a:solidFill>
              </a:rPr>
              <a:t>Peak of any spike shorter than about 100 µs: the monitor smooths it and samples can miss it</a:t>
            </a:r>
            <a:endParaRPr lang="en-US" sz="1500" dirty="0"/>
          </a:p>
          <a:p>
            <a:pPr marL="342900" indent="-342900">
              <a:spcAft>
                <a:spcPts val="400"/>
              </a:spcAft>
              <a:buSzPct val="100000"/>
              <a:buChar char="•"/>
            </a:pPr>
            <a:r>
              <a:rPr lang="en-US" sz="1500" dirty="0">
                <a:solidFill>
                  <a:schemeClr val="tx1"/>
                </a:solidFill>
              </a:rPr>
              <a:t>Those need an oscilloscope on the monitor outputs</a:t>
            </a:r>
            <a:endParaRPr lang="en-US" sz="15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t"/>
          <a:lstStyle/>
          <a:p>
            <a:pPr algn="l" indent="0" marL="0">
              <a:buNone/>
            </a:pPr>
            <a:r>
              <a:rPr lang="en-US" sz="3600" b="1" dirty="0">
                <a:solidFill>
                  <a:schemeClr val="tx1"/>
                </a:solidFill>
              </a:rPr>
              <a:t>Next tests</a:t>
            </a:r>
            <a:endParaRPr lang="en-US" sz="3600" dirty="0"/>
          </a:p>
        </p:txBody>
      </p:sp>
      <p:sp>
        <p:nvSpPr>
          <p:cNvPr id="3" name="Text 1"/>
          <p:cNvSpPr txBox="1"/>
          <p:nvPr/>
        </p:nvSpPr>
        <p:spPr>
          <a:xfrm>
            <a:off x="640080" y="1508760"/>
            <a:ext cx="548640" cy="685800"/>
          </a:xfrm>
          <a:prstGeom prst="rect">
            <a:avLst/>
          </a:prstGeom>
          <a:noFill/>
          <a:ln/>
        </p:spPr>
        <p:txBody>
          <a:bodyPr wrap="square" lIns="0" tIns="0" rIns="0" bIns="0" rtlCol="0" anchor="t"/>
          <a:lstStyle/>
          <a:p>
            <a:pPr indent="0" marL="0">
              <a:buNone/>
            </a:pPr>
            <a:r>
              <a:rPr lang="en-US" sz="3200" b="1" dirty="0">
                <a:solidFill>
                  <a:schemeClr val="accent1"/>
                </a:solidFill>
              </a:rPr>
              <a:t>1</a:t>
            </a:r>
            <a:endParaRPr lang="en-US" sz="3200" dirty="0"/>
          </a:p>
        </p:txBody>
      </p:sp>
      <p:sp>
        <p:nvSpPr>
          <p:cNvPr id="4" name="Text 2"/>
          <p:cNvSpPr txBox="1"/>
          <p:nvPr/>
        </p:nvSpPr>
        <p:spPr>
          <a:xfrm>
            <a:off x="1280160" y="1527048"/>
            <a:ext cx="10241280" cy="777240"/>
          </a:xfrm>
          <a:prstGeom prst="rect">
            <a:avLst/>
          </a:prstGeom>
          <a:noFill/>
          <a:ln/>
        </p:spPr>
        <p:txBody>
          <a:bodyPr wrap="square" lIns="0" tIns="0" rIns="0" bIns="0" rtlCol="0" anchor="t"/>
          <a:lstStyle/>
          <a:p>
            <a:pPr indent="0" marL="0">
              <a:buNone/>
            </a:pPr>
            <a:r>
              <a:rPr lang="en-US" sz="1800" b="1" dirty="0">
                <a:solidFill>
                  <a:schemeClr val="tx1"/>
                </a:solidFill>
              </a:rPr>
              <a:t>Clamp test</a:t>
            </a:r>
            <a:endParaRPr lang="en-US" sz="1600" dirty="0"/>
          </a:p>
          <a:p>
            <a:pPr indent="0" marL="0">
              <a:buNone/>
            </a:pPr>
            <a:r>
              <a:rPr lang="en-US" sz="1500" dirty="0">
                <a:solidFill>
                  <a:schemeClr val="tx2"/>
                </a:solidFill>
              </a:rPr>
              <a:t>Raise frequency at fixed voltage until LIMIT engages. Shows where the amplifier really clamps.</a:t>
            </a:r>
            <a:endParaRPr lang="en-US" sz="1600" dirty="0"/>
          </a:p>
        </p:txBody>
      </p:sp>
      <p:sp>
        <p:nvSpPr>
          <p:cNvPr id="5" name="Text 3"/>
          <p:cNvSpPr txBox="1"/>
          <p:nvPr/>
        </p:nvSpPr>
        <p:spPr>
          <a:xfrm>
            <a:off x="640080" y="2404872"/>
            <a:ext cx="548640" cy="685800"/>
          </a:xfrm>
          <a:prstGeom prst="rect">
            <a:avLst/>
          </a:prstGeom>
          <a:noFill/>
          <a:ln/>
        </p:spPr>
        <p:txBody>
          <a:bodyPr wrap="square" lIns="0" tIns="0" rIns="0" bIns="0" rtlCol="0" anchor="t"/>
          <a:lstStyle/>
          <a:p>
            <a:pPr indent="0" marL="0">
              <a:buNone/>
            </a:pPr>
            <a:r>
              <a:rPr lang="en-US" sz="3200" b="1" dirty="0">
                <a:solidFill>
                  <a:schemeClr val="accent1"/>
                </a:solidFill>
              </a:rPr>
              <a:t>2</a:t>
            </a:r>
            <a:endParaRPr lang="en-US" sz="3200" dirty="0"/>
          </a:p>
        </p:txBody>
      </p:sp>
      <p:sp>
        <p:nvSpPr>
          <p:cNvPr id="6" name="Text 4"/>
          <p:cNvSpPr txBox="1"/>
          <p:nvPr/>
        </p:nvSpPr>
        <p:spPr>
          <a:xfrm>
            <a:off x="1280160" y="2423160"/>
            <a:ext cx="10241280" cy="777240"/>
          </a:xfrm>
          <a:prstGeom prst="rect">
            <a:avLst/>
          </a:prstGeom>
          <a:noFill/>
          <a:ln/>
        </p:spPr>
        <p:txBody>
          <a:bodyPr wrap="square" lIns="0" tIns="0" rIns="0" bIns="0" rtlCol="0" anchor="t"/>
          <a:lstStyle/>
          <a:p>
            <a:pPr indent="0" marL="0">
              <a:buNone/>
            </a:pPr>
            <a:r>
              <a:rPr lang="en-US" sz="1800" b="1" dirty="0">
                <a:solidFill>
                  <a:schemeClr val="tx1"/>
                </a:solidFill>
              </a:rPr>
              <a:t>Measure C, all four plates</a:t>
            </a:r>
            <a:endParaRPr lang="en-US" sz="1600" dirty="0"/>
          </a:p>
          <a:p>
            <a:pPr indent="0" marL="0">
              <a:buNone/>
            </a:pPr>
            <a:r>
              <a:rPr lang="en-US" sz="1500" dirty="0">
                <a:solidFill>
                  <a:schemeClr val="tx2"/>
                </a:solidFill>
              </a:rPr>
              <a:t>Methods A and C, in all three connection setups. Fills in the capacitance table.</a:t>
            </a:r>
            <a:endParaRPr lang="en-US" sz="1600" dirty="0"/>
          </a:p>
        </p:txBody>
      </p:sp>
      <p:sp>
        <p:nvSpPr>
          <p:cNvPr id="7" name="Text 5"/>
          <p:cNvSpPr txBox="1"/>
          <p:nvPr/>
        </p:nvSpPr>
        <p:spPr>
          <a:xfrm>
            <a:off x="640080" y="3300984"/>
            <a:ext cx="548640" cy="685800"/>
          </a:xfrm>
          <a:prstGeom prst="rect">
            <a:avLst/>
          </a:prstGeom>
          <a:noFill/>
          <a:ln/>
        </p:spPr>
        <p:txBody>
          <a:bodyPr wrap="square" lIns="0" tIns="0" rIns="0" bIns="0" rtlCol="0" anchor="t"/>
          <a:lstStyle/>
          <a:p>
            <a:pPr indent="0" marL="0">
              <a:buNone/>
            </a:pPr>
            <a:r>
              <a:rPr lang="en-US" sz="3200" b="1" dirty="0">
                <a:solidFill>
                  <a:schemeClr val="accent1"/>
                </a:solidFill>
              </a:rPr>
              <a:t>3</a:t>
            </a:r>
            <a:endParaRPr lang="en-US" sz="3200" dirty="0"/>
          </a:p>
        </p:txBody>
      </p:sp>
      <p:sp>
        <p:nvSpPr>
          <p:cNvPr id="8" name="Text 6"/>
          <p:cNvSpPr txBox="1"/>
          <p:nvPr/>
        </p:nvSpPr>
        <p:spPr>
          <a:xfrm>
            <a:off x="1280160" y="3319272"/>
            <a:ext cx="10241280" cy="777240"/>
          </a:xfrm>
          <a:prstGeom prst="rect">
            <a:avLst/>
          </a:prstGeom>
          <a:noFill/>
          <a:ln/>
        </p:spPr>
        <p:txBody>
          <a:bodyPr wrap="square" lIns="0" tIns="0" rIns="0" bIns="0" rtlCol="0" anchor="t"/>
          <a:lstStyle/>
          <a:p>
            <a:pPr indent="0" marL="0">
              <a:buNone/>
            </a:pPr>
            <a:r>
              <a:rPr lang="en-US" sz="1800" b="1" dirty="0">
                <a:solidFill>
                  <a:schemeClr val="tx1"/>
                </a:solidFill>
              </a:rPr>
              <a:t>Voltage ladder</a:t>
            </a:r>
            <a:endParaRPr lang="en-US" sz="1600" dirty="0"/>
          </a:p>
          <a:p>
            <a:pPr indent="0" marL="0">
              <a:buNone/>
            </a:pPr>
            <a:r>
              <a:rPr lang="en-US" sz="1500" dirty="0">
                <a:solidFill>
                  <a:schemeClr val="tx2"/>
                </a:solidFill>
              </a:rPr>
              <a:t>Method C from 0.5 to 5 kV. C should not change with voltage; if it does, something is discharging.</a:t>
            </a:r>
            <a:endParaRPr lang="en-US" sz="1600" dirty="0"/>
          </a:p>
        </p:txBody>
      </p:sp>
      <p:sp>
        <p:nvSpPr>
          <p:cNvPr id="9" name="Text 7"/>
          <p:cNvSpPr txBox="1"/>
          <p:nvPr/>
        </p:nvSpPr>
        <p:spPr>
          <a:xfrm>
            <a:off x="640080" y="4197096"/>
            <a:ext cx="548640" cy="685800"/>
          </a:xfrm>
          <a:prstGeom prst="rect">
            <a:avLst/>
          </a:prstGeom>
          <a:noFill/>
          <a:ln/>
        </p:spPr>
        <p:txBody>
          <a:bodyPr wrap="square" lIns="0" tIns="0" rIns="0" bIns="0" rtlCol="0" anchor="t"/>
          <a:lstStyle/>
          <a:p>
            <a:pPr indent="0" marL="0">
              <a:buNone/>
            </a:pPr>
            <a:r>
              <a:rPr lang="en-US" sz="3200" b="1" dirty="0">
                <a:solidFill>
                  <a:schemeClr val="accent1"/>
                </a:solidFill>
              </a:rPr>
              <a:t>4</a:t>
            </a:r>
            <a:endParaRPr lang="en-US" sz="3200" dirty="0"/>
          </a:p>
        </p:txBody>
      </p:sp>
      <p:sp>
        <p:nvSpPr>
          <p:cNvPr id="10" name="Text 8"/>
          <p:cNvSpPr txBox="1"/>
          <p:nvPr/>
        </p:nvSpPr>
        <p:spPr>
          <a:xfrm>
            <a:off x="1280160" y="4215384"/>
            <a:ext cx="10241280" cy="777240"/>
          </a:xfrm>
          <a:prstGeom prst="rect">
            <a:avLst/>
          </a:prstGeom>
          <a:noFill/>
          <a:ln/>
        </p:spPr>
        <p:txBody>
          <a:bodyPr wrap="square" lIns="0" tIns="0" rIns="0" bIns="0" rtlCol="0" anchor="t"/>
          <a:lstStyle/>
          <a:p>
            <a:pPr indent="0" marL="0">
              <a:buNone/>
            </a:pPr>
            <a:r>
              <a:rPr lang="en-US" sz="1800" b="1" dirty="0">
                <a:solidFill>
                  <a:schemeClr val="tx1"/>
                </a:solidFill>
              </a:rPr>
              <a:t>Swap X and Y amplifiers</a:t>
            </a:r>
            <a:endParaRPr lang="en-US" sz="1600" dirty="0"/>
          </a:p>
          <a:p>
            <a:pPr indent="0" marL="0">
              <a:buNone/>
            </a:pPr>
            <a:r>
              <a:rPr lang="en-US" sz="1500" dirty="0">
                <a:solidFill>
                  <a:schemeClr val="tx2"/>
                </a:solidFill>
              </a:rPr>
              <a:t>Repeat the measurements. Shows whether a problem follows the amplifier or the plate.</a:t>
            </a:r>
            <a:endParaRPr lang="en-US" sz="1600" dirty="0"/>
          </a:p>
        </p:txBody>
      </p:sp>
      <p:sp>
        <p:nvSpPr>
          <p:cNvPr id="11" name="Text 9"/>
          <p:cNvSpPr txBox="1"/>
          <p:nvPr/>
        </p:nvSpPr>
        <p:spPr>
          <a:xfrm>
            <a:off x="640080" y="5093208"/>
            <a:ext cx="548640" cy="685800"/>
          </a:xfrm>
          <a:prstGeom prst="rect">
            <a:avLst/>
          </a:prstGeom>
          <a:noFill/>
          <a:ln/>
        </p:spPr>
        <p:txBody>
          <a:bodyPr wrap="square" lIns="0" tIns="0" rIns="0" bIns="0" rtlCol="0" anchor="t"/>
          <a:lstStyle/>
          <a:p>
            <a:pPr indent="0" marL="0">
              <a:buNone/>
            </a:pPr>
            <a:r>
              <a:rPr lang="en-US" sz="3200" b="1" dirty="0">
                <a:solidFill>
                  <a:schemeClr val="accent1"/>
                </a:solidFill>
              </a:rPr>
              <a:t>5</a:t>
            </a:r>
            <a:endParaRPr lang="en-US" sz="3200" dirty="0"/>
          </a:p>
        </p:txBody>
      </p:sp>
      <p:sp>
        <p:nvSpPr>
          <p:cNvPr id="12" name="Text 10"/>
          <p:cNvSpPr txBox="1"/>
          <p:nvPr/>
        </p:nvSpPr>
        <p:spPr>
          <a:xfrm>
            <a:off x="1280160" y="5111496"/>
            <a:ext cx="10241280" cy="777240"/>
          </a:xfrm>
          <a:prstGeom prst="rect">
            <a:avLst/>
          </a:prstGeom>
          <a:noFill/>
          <a:ln/>
        </p:spPr>
        <p:txBody>
          <a:bodyPr wrap="square" lIns="0" tIns="0" rIns="0" bIns="0" rtlCol="0" anchor="t"/>
          <a:lstStyle/>
          <a:p>
            <a:pPr indent="0" marL="0">
              <a:buNone/>
            </a:pPr>
            <a:r>
              <a:rPr lang="en-US" sz="1800" b="1" dirty="0">
                <a:solidFill>
                  <a:schemeClr val="tx1"/>
                </a:solidFill>
              </a:rPr>
              <a:t>12-hour run</a:t>
            </a:r>
            <a:endParaRPr lang="en-US" sz="1600" dirty="0"/>
          </a:p>
          <a:p>
            <a:pPr indent="0" marL="0">
              <a:buNone/>
            </a:pPr>
            <a:r>
              <a:rPr lang="en-US" sz="1500" dirty="0">
                <a:solidFill>
                  <a:schemeClr val="tx2"/>
                </a:solidFill>
              </a:rPr>
              <a:t>The exact triangle wave of a real experiment, logging every current spike.</a:t>
            </a:r>
            <a:endParaRPr lang="en-US" sz="16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RBL Clean">
  <a:themeElements>
    <a:clrScheme name="RBL Clean">
      <a:dk1>
        <a:srgbClr val="1F2328"/>
      </a:dk1>
      <a:lt1>
        <a:srgbClr val="FFFFFF"/>
      </a:lt1>
      <a:dk2>
        <a:srgbClr val="5B6470"/>
      </a:dk2>
      <a:lt2>
        <a:srgbClr val="F2F4F5"/>
      </a:lt2>
      <a:accent1>
        <a:srgbClr val="0F766E"/>
      </a:accent1>
      <a:accent2>
        <a:srgbClr val="C2410C"/>
      </a:accent2>
      <a:accent3>
        <a:srgbClr val="64748B"/>
      </a:accent3>
      <a:accent4>
        <a:srgbClr val="B45309"/>
      </a:accent4>
      <a:accent5>
        <a:srgbClr val="334155"/>
      </a:accent5>
      <a:accent6>
        <a:srgbClr val="94A3B8"/>
      </a:accent6>
      <a:hlink>
        <a:srgbClr val="0F766E"/>
      </a:hlink>
      <a:folHlink>
        <a:srgbClr val="64748B"/>
      </a:folHlink>
    </a:clrScheme>
    <a:fontScheme name="RBL Clea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Steerer amplifier load characterization</dc:title>
  <dc:subject>PptxGenJS Presentation</dc:subject>
  <dc:creator>Isaac Legault</dc:creator>
  <cp:lastModifiedBy>Isaac Legault</cp:lastModifiedBy>
  <cp:revision>1</cp:revision>
  <dcterms:created xsi:type="dcterms:W3CDTF">2026-10-06T21:13:13Z</dcterms:created>
  <dcterms:modified xsi:type="dcterms:W3CDTF">2026-10-06T21:13:13Z</dcterms:modified>
</cp:coreProperties>
</file>